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12"/>
  </p:notesMasterIdLst>
  <p:sldIdLst>
    <p:sldId id="279" r:id="rId2"/>
    <p:sldId id="280" r:id="rId3"/>
    <p:sldId id="281" r:id="rId4"/>
    <p:sldId id="287" r:id="rId5"/>
    <p:sldId id="288" r:id="rId6"/>
    <p:sldId id="285" r:id="rId7"/>
    <p:sldId id="286" r:id="rId8"/>
    <p:sldId id="282" r:id="rId9"/>
    <p:sldId id="283" r:id="rId10"/>
    <p:sldId id="28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46A25B9-2D65-4375-BB31-C57172B805A2}" v="2338" dt="2025-06-03T17:18:14.29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67" d="100"/>
          <a:sy n="67" d="100"/>
        </p:scale>
        <p:origin x="96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ren Noss Hitchcock" userId="ec6f65ad-befe-4344-b164-154d49565f4d" providerId="ADAL" clId="{F46A25B9-2D65-4375-BB31-C57172B805A2}"/>
    <pc:docChg chg="undo custSel addSld delSld modSld">
      <pc:chgData name="Karen Noss Hitchcock" userId="ec6f65ad-befe-4344-b164-154d49565f4d" providerId="ADAL" clId="{F46A25B9-2D65-4375-BB31-C57172B805A2}" dt="2025-06-03T17:18:49.180" v="4129" actId="14100"/>
      <pc:docMkLst>
        <pc:docMk/>
      </pc:docMkLst>
      <pc:sldChg chg="del">
        <pc:chgData name="Karen Noss Hitchcock" userId="ec6f65ad-befe-4344-b164-154d49565f4d" providerId="ADAL" clId="{F46A25B9-2D65-4375-BB31-C57172B805A2}" dt="2025-06-03T15:56:52.886" v="3" actId="47"/>
        <pc:sldMkLst>
          <pc:docMk/>
          <pc:sldMk cId="2469347910" sldId="277"/>
        </pc:sldMkLst>
      </pc:sldChg>
      <pc:sldChg chg="new del">
        <pc:chgData name="Karen Noss Hitchcock" userId="ec6f65ad-befe-4344-b164-154d49565f4d" providerId="ADAL" clId="{F46A25B9-2D65-4375-BB31-C57172B805A2}" dt="2025-06-03T15:56:51.875" v="2" actId="47"/>
        <pc:sldMkLst>
          <pc:docMk/>
          <pc:sldMk cId="1101381576" sldId="278"/>
        </pc:sldMkLst>
      </pc:sldChg>
      <pc:sldChg chg="delSp modSp new mod">
        <pc:chgData name="Karen Noss Hitchcock" userId="ec6f65ad-befe-4344-b164-154d49565f4d" providerId="ADAL" clId="{F46A25B9-2D65-4375-BB31-C57172B805A2}" dt="2025-06-03T15:57:12.151" v="43" actId="478"/>
        <pc:sldMkLst>
          <pc:docMk/>
          <pc:sldMk cId="3883862891" sldId="279"/>
        </pc:sldMkLst>
        <pc:spChg chg="mod">
          <ac:chgData name="Karen Noss Hitchcock" userId="ec6f65ad-befe-4344-b164-154d49565f4d" providerId="ADAL" clId="{F46A25B9-2D65-4375-BB31-C57172B805A2}" dt="2025-06-03T15:56:57.436" v="15" actId="20577"/>
          <ac:spMkLst>
            <pc:docMk/>
            <pc:sldMk cId="3883862891" sldId="279"/>
            <ac:spMk id="2" creationId="{7D9C2706-1F60-D699-F429-54E8F8A9CD07}"/>
          </ac:spMkLst>
        </pc:spChg>
        <pc:spChg chg="mod">
          <ac:chgData name="Karen Noss Hitchcock" userId="ec6f65ad-befe-4344-b164-154d49565f4d" providerId="ADAL" clId="{F46A25B9-2D65-4375-BB31-C57172B805A2}" dt="2025-06-03T15:57:06.409" v="42" actId="20577"/>
          <ac:spMkLst>
            <pc:docMk/>
            <pc:sldMk cId="3883862891" sldId="279"/>
            <ac:spMk id="3" creationId="{24C89941-8F04-19F4-45BA-6DB911F2E969}"/>
          </ac:spMkLst>
        </pc:spChg>
        <pc:spChg chg="del">
          <ac:chgData name="Karen Noss Hitchcock" userId="ec6f65ad-befe-4344-b164-154d49565f4d" providerId="ADAL" clId="{F46A25B9-2D65-4375-BB31-C57172B805A2}" dt="2025-06-03T15:57:12.151" v="43" actId="478"/>
          <ac:spMkLst>
            <pc:docMk/>
            <pc:sldMk cId="3883862891" sldId="279"/>
            <ac:spMk id="4" creationId="{316764BA-9BE4-F4E8-1E79-0F41727AFB09}"/>
          </ac:spMkLst>
        </pc:spChg>
      </pc:sldChg>
      <pc:sldChg chg="modSp new mod">
        <pc:chgData name="Karen Noss Hitchcock" userId="ec6f65ad-befe-4344-b164-154d49565f4d" providerId="ADAL" clId="{F46A25B9-2D65-4375-BB31-C57172B805A2}" dt="2025-06-03T16:28:25.465" v="1663" actId="20577"/>
        <pc:sldMkLst>
          <pc:docMk/>
          <pc:sldMk cId="2206739218" sldId="280"/>
        </pc:sldMkLst>
        <pc:spChg chg="mod">
          <ac:chgData name="Karen Noss Hitchcock" userId="ec6f65ad-befe-4344-b164-154d49565f4d" providerId="ADAL" clId="{F46A25B9-2D65-4375-BB31-C57172B805A2}" dt="2025-06-03T15:57:42.597" v="73" actId="20577"/>
          <ac:spMkLst>
            <pc:docMk/>
            <pc:sldMk cId="2206739218" sldId="280"/>
            <ac:spMk id="2" creationId="{391E728A-0723-C867-A5E0-26A0AFB65940}"/>
          </ac:spMkLst>
        </pc:spChg>
        <pc:spChg chg="mod">
          <ac:chgData name="Karen Noss Hitchcock" userId="ec6f65ad-befe-4344-b164-154d49565f4d" providerId="ADAL" clId="{F46A25B9-2D65-4375-BB31-C57172B805A2}" dt="2025-06-03T16:28:25.465" v="1663" actId="20577"/>
          <ac:spMkLst>
            <pc:docMk/>
            <pc:sldMk cId="2206739218" sldId="280"/>
            <ac:spMk id="3" creationId="{3C4D7D42-CF57-D415-E901-8D7D1207ED60}"/>
          </ac:spMkLst>
        </pc:spChg>
      </pc:sldChg>
      <pc:sldChg chg="addSp modSp add mod">
        <pc:chgData name="Karen Noss Hitchcock" userId="ec6f65ad-befe-4344-b164-154d49565f4d" providerId="ADAL" clId="{F46A25B9-2D65-4375-BB31-C57172B805A2}" dt="2025-06-03T17:14:41.826" v="3961" actId="20577"/>
        <pc:sldMkLst>
          <pc:docMk/>
          <pc:sldMk cId="3632741208" sldId="281"/>
        </pc:sldMkLst>
        <pc:spChg chg="mod">
          <ac:chgData name="Karen Noss Hitchcock" userId="ec6f65ad-befe-4344-b164-154d49565f4d" providerId="ADAL" clId="{F46A25B9-2D65-4375-BB31-C57172B805A2}" dt="2025-06-03T16:13:27.938" v="623" actId="20577"/>
          <ac:spMkLst>
            <pc:docMk/>
            <pc:sldMk cId="3632741208" sldId="281"/>
            <ac:spMk id="2" creationId="{667B5718-407F-46A3-831D-D387DC7E82EF}"/>
          </ac:spMkLst>
        </pc:spChg>
        <pc:spChg chg="mod">
          <ac:chgData name="Karen Noss Hitchcock" userId="ec6f65ad-befe-4344-b164-154d49565f4d" providerId="ADAL" clId="{F46A25B9-2D65-4375-BB31-C57172B805A2}" dt="2025-06-03T17:14:41.826" v="3961" actId="20577"/>
          <ac:spMkLst>
            <pc:docMk/>
            <pc:sldMk cId="3632741208" sldId="281"/>
            <ac:spMk id="3" creationId="{3FFA8AC6-738D-A8F3-1CFB-B14EB8AF3BA7}"/>
          </ac:spMkLst>
        </pc:spChg>
        <pc:graphicFrameChg chg="add mod modGraphic">
          <ac:chgData name="Karen Noss Hitchcock" userId="ec6f65ad-befe-4344-b164-154d49565f4d" providerId="ADAL" clId="{F46A25B9-2D65-4375-BB31-C57172B805A2}" dt="2025-06-03T16:28:41.407" v="1682" actId="1036"/>
          <ac:graphicFrameMkLst>
            <pc:docMk/>
            <pc:sldMk cId="3632741208" sldId="281"/>
            <ac:graphicFrameMk id="5" creationId="{C984CB94-0E25-EE12-1D27-E30C7CFCCDE5}"/>
          </ac:graphicFrameMkLst>
        </pc:graphicFrameChg>
      </pc:sldChg>
      <pc:sldChg chg="addSp delSp modSp add mod">
        <pc:chgData name="Karen Noss Hitchcock" userId="ec6f65ad-befe-4344-b164-154d49565f4d" providerId="ADAL" clId="{F46A25B9-2D65-4375-BB31-C57172B805A2}" dt="2025-06-03T16:06:30.450" v="510" actId="14100"/>
        <pc:sldMkLst>
          <pc:docMk/>
          <pc:sldMk cId="147576626" sldId="282"/>
        </pc:sldMkLst>
        <pc:spChg chg="mod">
          <ac:chgData name="Karen Noss Hitchcock" userId="ec6f65ad-befe-4344-b164-154d49565f4d" providerId="ADAL" clId="{F46A25B9-2D65-4375-BB31-C57172B805A2}" dt="2025-06-03T16:06:18.336" v="505" actId="20577"/>
          <ac:spMkLst>
            <pc:docMk/>
            <pc:sldMk cId="147576626" sldId="282"/>
            <ac:spMk id="2" creationId="{FB160353-D702-6860-8376-32A1FF27E224}"/>
          </ac:spMkLst>
        </pc:spChg>
        <pc:spChg chg="del mod">
          <ac:chgData name="Karen Noss Hitchcock" userId="ec6f65ad-befe-4344-b164-154d49565f4d" providerId="ADAL" clId="{F46A25B9-2D65-4375-BB31-C57172B805A2}" dt="2025-06-03T16:06:21.407" v="506" actId="478"/>
          <ac:spMkLst>
            <pc:docMk/>
            <pc:sldMk cId="147576626" sldId="282"/>
            <ac:spMk id="3" creationId="{F16688F2-ECCE-B01C-91FC-D71AF5BDBEC5}"/>
          </ac:spMkLst>
        </pc:spChg>
        <pc:spChg chg="add del mod">
          <ac:chgData name="Karen Noss Hitchcock" userId="ec6f65ad-befe-4344-b164-154d49565f4d" providerId="ADAL" clId="{F46A25B9-2D65-4375-BB31-C57172B805A2}" dt="2025-06-03T16:06:24.984" v="507" actId="478"/>
          <ac:spMkLst>
            <pc:docMk/>
            <pc:sldMk cId="147576626" sldId="282"/>
            <ac:spMk id="8" creationId="{28E35C23-4875-1414-8056-63E71740F33F}"/>
          </ac:spMkLst>
        </pc:spChg>
        <pc:picChg chg="add del mod">
          <ac:chgData name="Karen Noss Hitchcock" userId="ec6f65ad-befe-4344-b164-154d49565f4d" providerId="ADAL" clId="{F46A25B9-2D65-4375-BB31-C57172B805A2}" dt="2025-06-03T16:06:26.539" v="508" actId="478"/>
          <ac:picMkLst>
            <pc:docMk/>
            <pc:sldMk cId="147576626" sldId="282"/>
            <ac:picMk id="6" creationId="{CED9E539-75DC-DFBF-B14C-5A610A4B2340}"/>
          </ac:picMkLst>
        </pc:picChg>
        <pc:picChg chg="add mod">
          <ac:chgData name="Karen Noss Hitchcock" userId="ec6f65ad-befe-4344-b164-154d49565f4d" providerId="ADAL" clId="{F46A25B9-2D65-4375-BB31-C57172B805A2}" dt="2025-06-03T16:06:30.450" v="510" actId="14100"/>
          <ac:picMkLst>
            <pc:docMk/>
            <pc:sldMk cId="147576626" sldId="282"/>
            <ac:picMk id="10" creationId="{769CCAF5-23E6-2565-4241-156781BB6174}"/>
          </ac:picMkLst>
        </pc:picChg>
      </pc:sldChg>
      <pc:sldChg chg="addSp delSp modSp add mod">
        <pc:chgData name="Karen Noss Hitchcock" userId="ec6f65ad-befe-4344-b164-154d49565f4d" providerId="ADAL" clId="{F46A25B9-2D65-4375-BB31-C57172B805A2}" dt="2025-06-03T16:30:14.713" v="1689" actId="14100"/>
        <pc:sldMkLst>
          <pc:docMk/>
          <pc:sldMk cId="2321258936" sldId="283"/>
        </pc:sldMkLst>
        <pc:spChg chg="mod">
          <ac:chgData name="Karen Noss Hitchcock" userId="ec6f65ad-befe-4344-b164-154d49565f4d" providerId="ADAL" clId="{F46A25B9-2D65-4375-BB31-C57172B805A2}" dt="2025-06-03T16:07:12.968" v="544" actId="20577"/>
          <ac:spMkLst>
            <pc:docMk/>
            <pc:sldMk cId="2321258936" sldId="283"/>
            <ac:spMk id="2" creationId="{061B9FD4-731D-690C-9FB8-AB2917223B02}"/>
          </ac:spMkLst>
        </pc:spChg>
        <pc:picChg chg="add mod">
          <ac:chgData name="Karen Noss Hitchcock" userId="ec6f65ad-befe-4344-b164-154d49565f4d" providerId="ADAL" clId="{F46A25B9-2D65-4375-BB31-C57172B805A2}" dt="2025-06-03T16:30:14.713" v="1689" actId="14100"/>
          <ac:picMkLst>
            <pc:docMk/>
            <pc:sldMk cId="2321258936" sldId="283"/>
            <ac:picMk id="5" creationId="{17EDE64E-AA72-B52A-BEA9-6D38B87FBB47}"/>
          </ac:picMkLst>
        </pc:picChg>
        <pc:picChg chg="add mod">
          <ac:chgData name="Karen Noss Hitchcock" userId="ec6f65ad-befe-4344-b164-154d49565f4d" providerId="ADAL" clId="{F46A25B9-2D65-4375-BB31-C57172B805A2}" dt="2025-06-03T16:30:10.303" v="1688" actId="1076"/>
          <ac:picMkLst>
            <pc:docMk/>
            <pc:sldMk cId="2321258936" sldId="283"/>
            <ac:picMk id="7" creationId="{9344302C-370A-05E7-039D-202D526B0318}"/>
          </ac:picMkLst>
        </pc:picChg>
        <pc:picChg chg="add del">
          <ac:chgData name="Karen Noss Hitchcock" userId="ec6f65ad-befe-4344-b164-154d49565f4d" providerId="ADAL" clId="{F46A25B9-2D65-4375-BB31-C57172B805A2}" dt="2025-06-03T16:07:39.068" v="547" actId="478"/>
          <ac:picMkLst>
            <pc:docMk/>
            <pc:sldMk cId="2321258936" sldId="283"/>
            <ac:picMk id="10" creationId="{38C94FE8-D66F-B7D0-6378-4A3E4CD6D8A5}"/>
          </ac:picMkLst>
        </pc:picChg>
      </pc:sldChg>
      <pc:sldChg chg="addSp delSp modSp add mod">
        <pc:chgData name="Karen Noss Hitchcock" userId="ec6f65ad-befe-4344-b164-154d49565f4d" providerId="ADAL" clId="{F46A25B9-2D65-4375-BB31-C57172B805A2}" dt="2025-06-03T16:09:53.606" v="570" actId="1076"/>
        <pc:sldMkLst>
          <pc:docMk/>
          <pc:sldMk cId="3577195386" sldId="284"/>
        </pc:sldMkLst>
        <pc:spChg chg="mod">
          <ac:chgData name="Karen Noss Hitchcock" userId="ec6f65ad-befe-4344-b164-154d49565f4d" providerId="ADAL" clId="{F46A25B9-2D65-4375-BB31-C57172B805A2}" dt="2025-06-03T16:08:00.215" v="566" actId="20577"/>
          <ac:spMkLst>
            <pc:docMk/>
            <pc:sldMk cId="3577195386" sldId="284"/>
            <ac:spMk id="2" creationId="{1377264A-8AC8-CA42-7B65-23461E0E9693}"/>
          </ac:spMkLst>
        </pc:spChg>
        <pc:picChg chg="del">
          <ac:chgData name="Karen Noss Hitchcock" userId="ec6f65ad-befe-4344-b164-154d49565f4d" providerId="ADAL" clId="{F46A25B9-2D65-4375-BB31-C57172B805A2}" dt="2025-06-03T16:09:48.409" v="567" actId="478"/>
          <ac:picMkLst>
            <pc:docMk/>
            <pc:sldMk cId="3577195386" sldId="284"/>
            <ac:picMk id="5" creationId="{3615267C-2DF3-FC96-1313-40304BD46E18}"/>
          </ac:picMkLst>
        </pc:picChg>
        <pc:picChg chg="add mod">
          <ac:chgData name="Karen Noss Hitchcock" userId="ec6f65ad-befe-4344-b164-154d49565f4d" providerId="ADAL" clId="{F46A25B9-2D65-4375-BB31-C57172B805A2}" dt="2025-06-03T16:09:53.606" v="570" actId="1076"/>
          <ac:picMkLst>
            <pc:docMk/>
            <pc:sldMk cId="3577195386" sldId="284"/>
            <ac:picMk id="6" creationId="{3298E82D-3F1D-5A5D-7C84-43D1771CCCBE}"/>
          </ac:picMkLst>
        </pc:picChg>
      </pc:sldChg>
      <pc:sldChg chg="addSp delSp modSp new mod">
        <pc:chgData name="Karen Noss Hitchcock" userId="ec6f65ad-befe-4344-b164-154d49565f4d" providerId="ADAL" clId="{F46A25B9-2D65-4375-BB31-C57172B805A2}" dt="2025-06-03T16:26:31.599" v="1374" actId="21"/>
        <pc:sldMkLst>
          <pc:docMk/>
          <pc:sldMk cId="874102342" sldId="285"/>
        </pc:sldMkLst>
        <pc:spChg chg="mod">
          <ac:chgData name="Karen Noss Hitchcock" userId="ec6f65ad-befe-4344-b164-154d49565f4d" providerId="ADAL" clId="{F46A25B9-2D65-4375-BB31-C57172B805A2}" dt="2025-06-03T16:22:20.046" v="1150" actId="20577"/>
          <ac:spMkLst>
            <pc:docMk/>
            <pc:sldMk cId="874102342" sldId="285"/>
            <ac:spMk id="2" creationId="{CE70DFC3-DCFD-450D-2746-F560E1155FD2}"/>
          </ac:spMkLst>
        </pc:spChg>
        <pc:spChg chg="mod">
          <ac:chgData name="Karen Noss Hitchcock" userId="ec6f65ad-befe-4344-b164-154d49565f4d" providerId="ADAL" clId="{F46A25B9-2D65-4375-BB31-C57172B805A2}" dt="2025-06-03T16:26:28.575" v="1373" actId="6549"/>
          <ac:spMkLst>
            <pc:docMk/>
            <pc:sldMk cId="874102342" sldId="285"/>
            <ac:spMk id="3" creationId="{1E82CF56-B3CC-D26A-B0BB-FD9DA1F0F3F1}"/>
          </ac:spMkLst>
        </pc:spChg>
        <pc:picChg chg="add del mod">
          <ac:chgData name="Karen Noss Hitchcock" userId="ec6f65ad-befe-4344-b164-154d49565f4d" providerId="ADAL" clId="{F46A25B9-2D65-4375-BB31-C57172B805A2}" dt="2025-06-03T16:26:31.599" v="1374" actId="21"/>
          <ac:picMkLst>
            <pc:docMk/>
            <pc:sldMk cId="874102342" sldId="285"/>
            <ac:picMk id="6" creationId="{3696C14D-284E-F946-88D4-5D8178B1A1BD}"/>
          </ac:picMkLst>
        </pc:picChg>
      </pc:sldChg>
      <pc:sldChg chg="addSp modSp add mod">
        <pc:chgData name="Karen Noss Hitchcock" userId="ec6f65ad-befe-4344-b164-154d49565f4d" providerId="ADAL" clId="{F46A25B9-2D65-4375-BB31-C57172B805A2}" dt="2025-06-03T16:27:43.174" v="1605" actId="20577"/>
        <pc:sldMkLst>
          <pc:docMk/>
          <pc:sldMk cId="996987917" sldId="286"/>
        </pc:sldMkLst>
        <pc:spChg chg="mod">
          <ac:chgData name="Karen Noss Hitchcock" userId="ec6f65ad-befe-4344-b164-154d49565f4d" providerId="ADAL" clId="{F46A25B9-2D65-4375-BB31-C57172B805A2}" dt="2025-06-03T16:26:43.478" v="1390" actId="20577"/>
          <ac:spMkLst>
            <pc:docMk/>
            <pc:sldMk cId="996987917" sldId="286"/>
            <ac:spMk id="2" creationId="{6C3F1FBF-68EF-D527-084A-29D1E1B2E9F1}"/>
          </ac:spMkLst>
        </pc:spChg>
        <pc:spChg chg="mod">
          <ac:chgData name="Karen Noss Hitchcock" userId="ec6f65ad-befe-4344-b164-154d49565f4d" providerId="ADAL" clId="{F46A25B9-2D65-4375-BB31-C57172B805A2}" dt="2025-06-03T16:27:43.174" v="1605" actId="20577"/>
          <ac:spMkLst>
            <pc:docMk/>
            <pc:sldMk cId="996987917" sldId="286"/>
            <ac:spMk id="3" creationId="{3197F9DE-DE4C-11C2-B457-9901A73A48CA}"/>
          </ac:spMkLst>
        </pc:spChg>
        <pc:picChg chg="add mod">
          <ac:chgData name="Karen Noss Hitchcock" userId="ec6f65ad-befe-4344-b164-154d49565f4d" providerId="ADAL" clId="{F46A25B9-2D65-4375-BB31-C57172B805A2}" dt="2025-06-03T16:26:58.933" v="1424" actId="1076"/>
          <ac:picMkLst>
            <pc:docMk/>
            <pc:sldMk cId="996987917" sldId="286"/>
            <ac:picMk id="6" creationId="{3696C14D-284E-F946-88D4-5D8178B1A1BD}"/>
          </ac:picMkLst>
        </pc:picChg>
      </pc:sldChg>
      <pc:sldChg chg="addSp delSp modSp new mod">
        <pc:chgData name="Karen Noss Hitchcock" userId="ec6f65ad-befe-4344-b164-154d49565f4d" providerId="ADAL" clId="{F46A25B9-2D65-4375-BB31-C57172B805A2}" dt="2025-06-03T17:15:28.638" v="3967" actId="255"/>
        <pc:sldMkLst>
          <pc:docMk/>
          <pc:sldMk cId="3671535110" sldId="287"/>
        </pc:sldMkLst>
        <pc:spChg chg="mod">
          <ac:chgData name="Karen Noss Hitchcock" userId="ec6f65ad-befe-4344-b164-154d49565f4d" providerId="ADAL" clId="{F46A25B9-2D65-4375-BB31-C57172B805A2}" dt="2025-06-03T16:44:18.415" v="2646" actId="20577"/>
          <ac:spMkLst>
            <pc:docMk/>
            <pc:sldMk cId="3671535110" sldId="287"/>
            <ac:spMk id="2" creationId="{D94277F3-F9CE-168D-F155-4CE5A304C935}"/>
          </ac:spMkLst>
        </pc:spChg>
        <pc:spChg chg="del">
          <ac:chgData name="Karen Noss Hitchcock" userId="ec6f65ad-befe-4344-b164-154d49565f4d" providerId="ADAL" clId="{F46A25B9-2D65-4375-BB31-C57172B805A2}" dt="2025-06-03T16:32:43.425" v="1786" actId="1032"/>
          <ac:spMkLst>
            <pc:docMk/>
            <pc:sldMk cId="3671535110" sldId="287"/>
            <ac:spMk id="3" creationId="{4849846C-33E6-4AA3-36C0-7D2E4E9B33F5}"/>
          </ac:spMkLst>
        </pc:spChg>
        <pc:spChg chg="add del mod">
          <ac:chgData name="Karen Noss Hitchcock" userId="ec6f65ad-befe-4344-b164-154d49565f4d" providerId="ADAL" clId="{F46A25B9-2D65-4375-BB31-C57172B805A2}" dt="2025-06-03T16:42:53.773" v="2518" actId="478"/>
          <ac:spMkLst>
            <pc:docMk/>
            <pc:sldMk cId="3671535110" sldId="287"/>
            <ac:spMk id="7" creationId="{490A23AA-75C2-7ADC-5D0E-15E6F6B7D795}"/>
          </ac:spMkLst>
        </pc:spChg>
        <pc:graphicFrameChg chg="add del mod modGraphic">
          <ac:chgData name="Karen Noss Hitchcock" userId="ec6f65ad-befe-4344-b164-154d49565f4d" providerId="ADAL" clId="{F46A25B9-2D65-4375-BB31-C57172B805A2}" dt="2025-06-03T17:15:28.638" v="3967" actId="255"/>
          <ac:graphicFrameMkLst>
            <pc:docMk/>
            <pc:sldMk cId="3671535110" sldId="287"/>
            <ac:graphicFrameMk id="5" creationId="{69D441E2-8093-120E-3924-6A401706EB1A}"/>
          </ac:graphicFrameMkLst>
        </pc:graphicFrameChg>
      </pc:sldChg>
      <pc:sldChg chg="modSp add mod">
        <pc:chgData name="Karen Noss Hitchcock" userId="ec6f65ad-befe-4344-b164-154d49565f4d" providerId="ADAL" clId="{F46A25B9-2D65-4375-BB31-C57172B805A2}" dt="2025-06-03T17:18:49.180" v="4129" actId="14100"/>
        <pc:sldMkLst>
          <pc:docMk/>
          <pc:sldMk cId="154667084" sldId="288"/>
        </pc:sldMkLst>
        <pc:spChg chg="mod">
          <ac:chgData name="Karen Noss Hitchcock" userId="ec6f65ad-befe-4344-b164-154d49565f4d" providerId="ADAL" clId="{F46A25B9-2D65-4375-BB31-C57172B805A2}" dt="2025-06-03T16:51:50.130" v="2944" actId="20577"/>
          <ac:spMkLst>
            <pc:docMk/>
            <pc:sldMk cId="154667084" sldId="288"/>
            <ac:spMk id="2" creationId="{FFC619D5-8739-2C47-8B5A-9F80042AEFA2}"/>
          </ac:spMkLst>
        </pc:spChg>
        <pc:graphicFrameChg chg="mod modGraphic">
          <ac:chgData name="Karen Noss Hitchcock" userId="ec6f65ad-befe-4344-b164-154d49565f4d" providerId="ADAL" clId="{F46A25B9-2D65-4375-BB31-C57172B805A2}" dt="2025-06-03T17:18:49.180" v="4129" actId="14100"/>
          <ac:graphicFrameMkLst>
            <pc:docMk/>
            <pc:sldMk cId="154667084" sldId="288"/>
            <ac:graphicFrameMk id="5" creationId="{1136590C-C3FA-2600-4A80-8B96951B0CDF}"/>
          </ac:graphicFrameMkLst>
        </pc:graphicFrame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B3565A2-7A04-4CB7-A4F6-BCB2C0213EC7}" type="doc">
      <dgm:prSet loTypeId="urn:microsoft.com/office/officeart/2005/8/layout/bProcess4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57A30B0-4964-4093-9E86-E2ECFF5172D3}">
      <dgm:prSet phldrT="[Text]" custT="1"/>
      <dgm:spPr/>
      <dgm:t>
        <a:bodyPr/>
        <a:lstStyle/>
        <a:p>
          <a:r>
            <a:rPr lang="en-US" sz="1900" dirty="0"/>
            <a:t>Requestor completed Level 1 MOC form &amp; Appendix A to identify action items</a:t>
          </a:r>
        </a:p>
      </dgm:t>
    </dgm:pt>
    <dgm:pt modelId="{BBB2B614-669E-481D-AE00-B3A420AA2FDE}" type="parTrans" cxnId="{44200636-F274-4B71-A38D-76D646DE2860}">
      <dgm:prSet/>
      <dgm:spPr/>
      <dgm:t>
        <a:bodyPr/>
        <a:lstStyle/>
        <a:p>
          <a:endParaRPr lang="en-US"/>
        </a:p>
      </dgm:t>
    </dgm:pt>
    <dgm:pt modelId="{8CF09DC3-03F3-4042-B039-D07D18C5DD33}" type="sibTrans" cxnId="{44200636-F274-4B71-A38D-76D646DE2860}">
      <dgm:prSet/>
      <dgm:spPr/>
      <dgm:t>
        <a:bodyPr/>
        <a:lstStyle/>
        <a:p>
          <a:endParaRPr lang="en-US"/>
        </a:p>
      </dgm:t>
    </dgm:pt>
    <dgm:pt modelId="{5072B472-CF7F-43A3-839A-0305A9F6CE64}">
      <dgm:prSet phldrT="[Text]" custT="1"/>
      <dgm:spPr/>
      <dgm:t>
        <a:bodyPr/>
        <a:lstStyle/>
        <a:p>
          <a:r>
            <a:rPr lang="en-US" sz="1700" dirty="0"/>
            <a:t>Requestor attaches / provides additional information, specifications, drawings, etc. on the change</a:t>
          </a:r>
        </a:p>
      </dgm:t>
    </dgm:pt>
    <dgm:pt modelId="{45C3641E-B808-4A1E-8455-3FB7D8C15D54}" type="parTrans" cxnId="{D9BF707C-8B07-4B08-8A35-C9E152FDAB1A}">
      <dgm:prSet/>
      <dgm:spPr/>
      <dgm:t>
        <a:bodyPr/>
        <a:lstStyle/>
        <a:p>
          <a:endParaRPr lang="en-US"/>
        </a:p>
      </dgm:t>
    </dgm:pt>
    <dgm:pt modelId="{109C6AB4-F227-457C-97E9-2F33709AD4DA}" type="sibTrans" cxnId="{D9BF707C-8B07-4B08-8A35-C9E152FDAB1A}">
      <dgm:prSet/>
      <dgm:spPr/>
      <dgm:t>
        <a:bodyPr/>
        <a:lstStyle/>
        <a:p>
          <a:endParaRPr lang="en-US"/>
        </a:p>
      </dgm:t>
    </dgm:pt>
    <dgm:pt modelId="{1CE2E6C7-E4A3-43EE-91DD-66C1C2253390}">
      <dgm:prSet phldrT="[Text]"/>
      <dgm:spPr/>
      <dgm:t>
        <a:bodyPr/>
        <a:lstStyle/>
        <a:p>
          <a:r>
            <a:rPr lang="en-US" dirty="0"/>
            <a:t>Process Safety Closes MOC</a:t>
          </a:r>
        </a:p>
      </dgm:t>
    </dgm:pt>
    <dgm:pt modelId="{220F4019-2B90-4E9A-B149-48E6E0A28968}" type="parTrans" cxnId="{4D7A612E-D101-4599-8EC6-04DB5F85E1BE}">
      <dgm:prSet/>
      <dgm:spPr/>
      <dgm:t>
        <a:bodyPr/>
        <a:lstStyle/>
        <a:p>
          <a:endParaRPr lang="en-US"/>
        </a:p>
      </dgm:t>
    </dgm:pt>
    <dgm:pt modelId="{5CF80C1A-67B5-49A5-8ECF-166E1C4AAF65}" type="sibTrans" cxnId="{4D7A612E-D101-4599-8EC6-04DB5F85E1BE}">
      <dgm:prSet/>
      <dgm:spPr/>
      <dgm:t>
        <a:bodyPr/>
        <a:lstStyle/>
        <a:p>
          <a:endParaRPr lang="en-US"/>
        </a:p>
      </dgm:t>
    </dgm:pt>
    <dgm:pt modelId="{EC66D6E2-089F-4786-B805-BF25A45B1DD9}">
      <dgm:prSet/>
      <dgm:spPr/>
      <dgm:t>
        <a:bodyPr/>
        <a:lstStyle/>
        <a:p>
          <a:r>
            <a:rPr lang="en-US" dirty="0"/>
            <a:t>Process Safety confirms all documentation is correct</a:t>
          </a:r>
        </a:p>
      </dgm:t>
    </dgm:pt>
    <dgm:pt modelId="{CF813477-82CE-4559-BF87-AB7434554967}" type="parTrans" cxnId="{4B917516-90F3-4581-B4A8-6BCE3FA95262}">
      <dgm:prSet/>
      <dgm:spPr/>
      <dgm:t>
        <a:bodyPr/>
        <a:lstStyle/>
        <a:p>
          <a:endParaRPr lang="en-US"/>
        </a:p>
      </dgm:t>
    </dgm:pt>
    <dgm:pt modelId="{2D5B6070-278E-4FA9-BA93-EE2365925004}" type="sibTrans" cxnId="{4B917516-90F3-4581-B4A8-6BCE3FA95262}">
      <dgm:prSet/>
      <dgm:spPr/>
      <dgm:t>
        <a:bodyPr/>
        <a:lstStyle/>
        <a:p>
          <a:endParaRPr lang="en-US"/>
        </a:p>
      </dgm:t>
    </dgm:pt>
    <dgm:pt modelId="{71BB5B9E-A56E-479D-B718-CEE2ED3868B7}">
      <dgm:prSet/>
      <dgm:spPr/>
      <dgm:t>
        <a:bodyPr/>
        <a:lstStyle/>
        <a:p>
          <a:r>
            <a:rPr lang="en-US" dirty="0"/>
            <a:t>Requestor provides folder / documentation to Process Safety</a:t>
          </a:r>
        </a:p>
      </dgm:t>
    </dgm:pt>
    <dgm:pt modelId="{371A7BBC-7BB6-4335-B824-AA8AFA7675F9}" type="parTrans" cxnId="{56B76213-29E6-4D7E-8472-9DD82816D7B9}">
      <dgm:prSet/>
      <dgm:spPr/>
      <dgm:t>
        <a:bodyPr/>
        <a:lstStyle/>
        <a:p>
          <a:endParaRPr lang="en-US"/>
        </a:p>
      </dgm:t>
    </dgm:pt>
    <dgm:pt modelId="{0E4E8F3F-E1E3-48DC-ACDE-923707909A76}" type="sibTrans" cxnId="{56B76213-29E6-4D7E-8472-9DD82816D7B9}">
      <dgm:prSet/>
      <dgm:spPr/>
      <dgm:t>
        <a:bodyPr/>
        <a:lstStyle/>
        <a:p>
          <a:endParaRPr lang="en-US"/>
        </a:p>
      </dgm:t>
    </dgm:pt>
    <dgm:pt modelId="{53082749-8603-434D-BAB1-AC9275425170}">
      <dgm:prSet/>
      <dgm:spPr/>
      <dgm:t>
        <a:bodyPr/>
        <a:lstStyle/>
        <a:p>
          <a:r>
            <a:rPr lang="en-US" dirty="0"/>
            <a:t>Requestor confirms Action items are closed and completes Part 2 of form</a:t>
          </a:r>
        </a:p>
      </dgm:t>
    </dgm:pt>
    <dgm:pt modelId="{11498796-D702-490A-BDC5-2D8409D199E3}" type="parTrans" cxnId="{F0FC2B0F-029A-487A-A98B-FDEC3BF32483}">
      <dgm:prSet/>
      <dgm:spPr/>
      <dgm:t>
        <a:bodyPr/>
        <a:lstStyle/>
        <a:p>
          <a:endParaRPr lang="en-US"/>
        </a:p>
      </dgm:t>
    </dgm:pt>
    <dgm:pt modelId="{90DB9365-0853-462C-BADC-9BC02E4A8D44}" type="sibTrans" cxnId="{F0FC2B0F-029A-487A-A98B-FDEC3BF32483}">
      <dgm:prSet/>
      <dgm:spPr/>
      <dgm:t>
        <a:bodyPr/>
        <a:lstStyle/>
        <a:p>
          <a:endParaRPr lang="en-US"/>
        </a:p>
      </dgm:t>
    </dgm:pt>
    <dgm:pt modelId="{23789386-D7C2-4AA4-8316-7623C996EC27}">
      <dgm:prSet/>
      <dgm:spPr/>
      <dgm:t>
        <a:bodyPr/>
        <a:lstStyle/>
        <a:p>
          <a:r>
            <a:rPr lang="en-US" dirty="0"/>
            <a:t>Implement the change &amp; close actions</a:t>
          </a:r>
        </a:p>
      </dgm:t>
    </dgm:pt>
    <dgm:pt modelId="{4753544A-4593-4D27-ACDD-78D2BF007394}" type="parTrans" cxnId="{EE0C7C18-30B4-4AA6-AF0E-9636D578ED03}">
      <dgm:prSet/>
      <dgm:spPr/>
      <dgm:t>
        <a:bodyPr/>
        <a:lstStyle/>
        <a:p>
          <a:endParaRPr lang="en-US"/>
        </a:p>
      </dgm:t>
    </dgm:pt>
    <dgm:pt modelId="{48459CDB-0B04-4C18-9070-2E12ACE41A0C}" type="sibTrans" cxnId="{EE0C7C18-30B4-4AA6-AF0E-9636D578ED03}">
      <dgm:prSet/>
      <dgm:spPr/>
      <dgm:t>
        <a:bodyPr/>
        <a:lstStyle/>
        <a:p>
          <a:endParaRPr lang="en-US"/>
        </a:p>
      </dgm:t>
    </dgm:pt>
    <dgm:pt modelId="{168CA447-F428-4A67-8C1F-0BFFC5CB151A}">
      <dgm:prSet/>
      <dgm:spPr/>
      <dgm:t>
        <a:bodyPr/>
        <a:lstStyle/>
        <a:p>
          <a:r>
            <a:rPr lang="en-US" dirty="0"/>
            <a:t>Requestor gets approval from Process Safety and a MOC # is assigned</a:t>
          </a:r>
        </a:p>
      </dgm:t>
    </dgm:pt>
    <dgm:pt modelId="{F4F7B1F1-BF16-4B61-A6E0-922E3FB3C06A}" type="parTrans" cxnId="{2CEFA91B-51F9-4CF2-AE9C-723DFBCA5412}">
      <dgm:prSet/>
      <dgm:spPr/>
      <dgm:t>
        <a:bodyPr/>
        <a:lstStyle/>
        <a:p>
          <a:endParaRPr lang="en-US"/>
        </a:p>
      </dgm:t>
    </dgm:pt>
    <dgm:pt modelId="{C9439A2B-7819-44C4-8F3B-BADF87F81890}" type="sibTrans" cxnId="{2CEFA91B-51F9-4CF2-AE9C-723DFBCA5412}">
      <dgm:prSet/>
      <dgm:spPr/>
      <dgm:t>
        <a:bodyPr/>
        <a:lstStyle/>
        <a:p>
          <a:endParaRPr lang="en-US"/>
        </a:p>
      </dgm:t>
    </dgm:pt>
    <dgm:pt modelId="{1AA747B9-64C1-4D07-91C3-9498D3EB3A77}">
      <dgm:prSet/>
      <dgm:spPr/>
      <dgm:t>
        <a:bodyPr/>
        <a:lstStyle/>
        <a:p>
          <a:r>
            <a:rPr lang="en-US" dirty="0"/>
            <a:t>Requestor gets approval from a Manager (typically Domingo or Tony)</a:t>
          </a:r>
        </a:p>
      </dgm:t>
    </dgm:pt>
    <dgm:pt modelId="{1118F526-0B32-4B7A-B728-A377E8ED8BF6}" type="parTrans" cxnId="{648C6E8A-AAF0-4495-B7A8-AB660CFA2C63}">
      <dgm:prSet/>
      <dgm:spPr/>
      <dgm:t>
        <a:bodyPr/>
        <a:lstStyle/>
        <a:p>
          <a:endParaRPr lang="en-US"/>
        </a:p>
      </dgm:t>
    </dgm:pt>
    <dgm:pt modelId="{284BC3BB-D9BE-4EC7-A078-BD8DC0266CD9}" type="sibTrans" cxnId="{648C6E8A-AAF0-4495-B7A8-AB660CFA2C63}">
      <dgm:prSet/>
      <dgm:spPr/>
      <dgm:t>
        <a:bodyPr/>
        <a:lstStyle/>
        <a:p>
          <a:endParaRPr lang="en-US"/>
        </a:p>
      </dgm:t>
    </dgm:pt>
    <dgm:pt modelId="{FC29B781-141F-44FD-817B-92FE8E0E69A6}" type="pres">
      <dgm:prSet presAssocID="{DB3565A2-7A04-4CB7-A4F6-BCB2C0213EC7}" presName="Name0" presStyleCnt="0">
        <dgm:presLayoutVars>
          <dgm:dir/>
          <dgm:resizeHandles/>
        </dgm:presLayoutVars>
      </dgm:prSet>
      <dgm:spPr/>
    </dgm:pt>
    <dgm:pt modelId="{AAA23CC1-114E-46F3-B29E-5D66A7B77502}" type="pres">
      <dgm:prSet presAssocID="{557A30B0-4964-4093-9E86-E2ECFF5172D3}" presName="compNode" presStyleCnt="0"/>
      <dgm:spPr/>
    </dgm:pt>
    <dgm:pt modelId="{2072ABFC-C0EC-448B-94B8-C2D448802A0A}" type="pres">
      <dgm:prSet presAssocID="{557A30B0-4964-4093-9E86-E2ECFF5172D3}" presName="dummyConnPt" presStyleCnt="0"/>
      <dgm:spPr/>
    </dgm:pt>
    <dgm:pt modelId="{BD42D823-6B65-4041-BCA7-ADE69EEF4328}" type="pres">
      <dgm:prSet presAssocID="{557A30B0-4964-4093-9E86-E2ECFF5172D3}" presName="node" presStyleLbl="node1" presStyleIdx="0" presStyleCnt="9">
        <dgm:presLayoutVars>
          <dgm:bulletEnabled val="1"/>
        </dgm:presLayoutVars>
      </dgm:prSet>
      <dgm:spPr/>
    </dgm:pt>
    <dgm:pt modelId="{93FB8FE3-B5E3-4380-8453-A4710863C407}" type="pres">
      <dgm:prSet presAssocID="{8CF09DC3-03F3-4042-B039-D07D18C5DD33}" presName="sibTrans" presStyleLbl="bgSibTrans2D1" presStyleIdx="0" presStyleCnt="8"/>
      <dgm:spPr/>
    </dgm:pt>
    <dgm:pt modelId="{06C4C25D-524B-42A4-A12F-865DE9F7D9E8}" type="pres">
      <dgm:prSet presAssocID="{5072B472-CF7F-43A3-839A-0305A9F6CE64}" presName="compNode" presStyleCnt="0"/>
      <dgm:spPr/>
    </dgm:pt>
    <dgm:pt modelId="{57F7AC38-A153-4B14-945F-FFD7D42DB318}" type="pres">
      <dgm:prSet presAssocID="{5072B472-CF7F-43A3-839A-0305A9F6CE64}" presName="dummyConnPt" presStyleCnt="0"/>
      <dgm:spPr/>
    </dgm:pt>
    <dgm:pt modelId="{3435ECEB-6CD3-48EC-B9C0-FCD342DD6EDF}" type="pres">
      <dgm:prSet presAssocID="{5072B472-CF7F-43A3-839A-0305A9F6CE64}" presName="node" presStyleLbl="node1" presStyleIdx="1" presStyleCnt="9">
        <dgm:presLayoutVars>
          <dgm:bulletEnabled val="1"/>
        </dgm:presLayoutVars>
      </dgm:prSet>
      <dgm:spPr/>
    </dgm:pt>
    <dgm:pt modelId="{3E076004-CE63-430D-802E-AD4B230155BE}" type="pres">
      <dgm:prSet presAssocID="{109C6AB4-F227-457C-97E9-2F33709AD4DA}" presName="sibTrans" presStyleLbl="bgSibTrans2D1" presStyleIdx="1" presStyleCnt="8"/>
      <dgm:spPr/>
    </dgm:pt>
    <dgm:pt modelId="{AE175FE2-38AB-40AA-BAE4-6211AEA06D3E}" type="pres">
      <dgm:prSet presAssocID="{1AA747B9-64C1-4D07-91C3-9498D3EB3A77}" presName="compNode" presStyleCnt="0"/>
      <dgm:spPr/>
    </dgm:pt>
    <dgm:pt modelId="{C9EEC063-8498-43F9-89DB-965F5F15DAF1}" type="pres">
      <dgm:prSet presAssocID="{1AA747B9-64C1-4D07-91C3-9498D3EB3A77}" presName="dummyConnPt" presStyleCnt="0"/>
      <dgm:spPr/>
    </dgm:pt>
    <dgm:pt modelId="{9E4397D3-EF95-4E5D-8C29-2537074572BC}" type="pres">
      <dgm:prSet presAssocID="{1AA747B9-64C1-4D07-91C3-9498D3EB3A77}" presName="node" presStyleLbl="node1" presStyleIdx="2" presStyleCnt="9">
        <dgm:presLayoutVars>
          <dgm:bulletEnabled val="1"/>
        </dgm:presLayoutVars>
      </dgm:prSet>
      <dgm:spPr/>
    </dgm:pt>
    <dgm:pt modelId="{6110ACDC-3BFF-4F20-83D7-04CE0F180E83}" type="pres">
      <dgm:prSet presAssocID="{284BC3BB-D9BE-4EC7-A078-BD8DC0266CD9}" presName="sibTrans" presStyleLbl="bgSibTrans2D1" presStyleIdx="2" presStyleCnt="8"/>
      <dgm:spPr/>
    </dgm:pt>
    <dgm:pt modelId="{47C26FCD-614A-459D-B2B1-F25E08F2855E}" type="pres">
      <dgm:prSet presAssocID="{168CA447-F428-4A67-8C1F-0BFFC5CB151A}" presName="compNode" presStyleCnt="0"/>
      <dgm:spPr/>
    </dgm:pt>
    <dgm:pt modelId="{35A5BF6A-2525-43E9-898E-8D342F20C409}" type="pres">
      <dgm:prSet presAssocID="{168CA447-F428-4A67-8C1F-0BFFC5CB151A}" presName="dummyConnPt" presStyleCnt="0"/>
      <dgm:spPr/>
    </dgm:pt>
    <dgm:pt modelId="{DF0888F5-B8B1-4222-B5E6-5BCE83D3F191}" type="pres">
      <dgm:prSet presAssocID="{168CA447-F428-4A67-8C1F-0BFFC5CB151A}" presName="node" presStyleLbl="node1" presStyleIdx="3" presStyleCnt="9">
        <dgm:presLayoutVars>
          <dgm:bulletEnabled val="1"/>
        </dgm:presLayoutVars>
      </dgm:prSet>
      <dgm:spPr/>
    </dgm:pt>
    <dgm:pt modelId="{5355E643-8A91-44BC-8BC1-3700D26AE47B}" type="pres">
      <dgm:prSet presAssocID="{C9439A2B-7819-44C4-8F3B-BADF87F81890}" presName="sibTrans" presStyleLbl="bgSibTrans2D1" presStyleIdx="3" presStyleCnt="8"/>
      <dgm:spPr/>
    </dgm:pt>
    <dgm:pt modelId="{939EE44C-7D52-44E2-978E-879062B2A7B3}" type="pres">
      <dgm:prSet presAssocID="{23789386-D7C2-4AA4-8316-7623C996EC27}" presName="compNode" presStyleCnt="0"/>
      <dgm:spPr/>
    </dgm:pt>
    <dgm:pt modelId="{C2D91E4D-FE03-439F-8DCD-1336952F3ACA}" type="pres">
      <dgm:prSet presAssocID="{23789386-D7C2-4AA4-8316-7623C996EC27}" presName="dummyConnPt" presStyleCnt="0"/>
      <dgm:spPr/>
    </dgm:pt>
    <dgm:pt modelId="{0BE452C1-86BD-419A-870E-226B8CF43F7A}" type="pres">
      <dgm:prSet presAssocID="{23789386-D7C2-4AA4-8316-7623C996EC27}" presName="node" presStyleLbl="node1" presStyleIdx="4" presStyleCnt="9">
        <dgm:presLayoutVars>
          <dgm:bulletEnabled val="1"/>
        </dgm:presLayoutVars>
      </dgm:prSet>
      <dgm:spPr/>
    </dgm:pt>
    <dgm:pt modelId="{4A51C59F-119B-4CB9-8AFE-8EB5A13203A3}" type="pres">
      <dgm:prSet presAssocID="{48459CDB-0B04-4C18-9070-2E12ACE41A0C}" presName="sibTrans" presStyleLbl="bgSibTrans2D1" presStyleIdx="4" presStyleCnt="8"/>
      <dgm:spPr/>
    </dgm:pt>
    <dgm:pt modelId="{AF5C7C85-F69E-4CC3-936A-1D6FE5C56E83}" type="pres">
      <dgm:prSet presAssocID="{53082749-8603-434D-BAB1-AC9275425170}" presName="compNode" presStyleCnt="0"/>
      <dgm:spPr/>
    </dgm:pt>
    <dgm:pt modelId="{F7C430C4-4A8F-413F-A1CC-073EE407916B}" type="pres">
      <dgm:prSet presAssocID="{53082749-8603-434D-BAB1-AC9275425170}" presName="dummyConnPt" presStyleCnt="0"/>
      <dgm:spPr/>
    </dgm:pt>
    <dgm:pt modelId="{83503FE0-C527-44C9-B9E2-B50651D76A47}" type="pres">
      <dgm:prSet presAssocID="{53082749-8603-434D-BAB1-AC9275425170}" presName="node" presStyleLbl="node1" presStyleIdx="5" presStyleCnt="9">
        <dgm:presLayoutVars>
          <dgm:bulletEnabled val="1"/>
        </dgm:presLayoutVars>
      </dgm:prSet>
      <dgm:spPr/>
    </dgm:pt>
    <dgm:pt modelId="{8647C9D0-F5E0-4361-B31F-18ECCD064335}" type="pres">
      <dgm:prSet presAssocID="{90DB9365-0853-462C-BADC-9BC02E4A8D44}" presName="sibTrans" presStyleLbl="bgSibTrans2D1" presStyleIdx="5" presStyleCnt="8"/>
      <dgm:spPr/>
    </dgm:pt>
    <dgm:pt modelId="{CAB1F693-8543-4D58-8D7C-663180549630}" type="pres">
      <dgm:prSet presAssocID="{71BB5B9E-A56E-479D-B718-CEE2ED3868B7}" presName="compNode" presStyleCnt="0"/>
      <dgm:spPr/>
    </dgm:pt>
    <dgm:pt modelId="{D4EC4D13-2850-446C-A2C1-A1971938F45F}" type="pres">
      <dgm:prSet presAssocID="{71BB5B9E-A56E-479D-B718-CEE2ED3868B7}" presName="dummyConnPt" presStyleCnt="0"/>
      <dgm:spPr/>
    </dgm:pt>
    <dgm:pt modelId="{8A3C8A52-09AC-46B7-8434-2031E5650DA2}" type="pres">
      <dgm:prSet presAssocID="{71BB5B9E-A56E-479D-B718-CEE2ED3868B7}" presName="node" presStyleLbl="node1" presStyleIdx="6" presStyleCnt="9">
        <dgm:presLayoutVars>
          <dgm:bulletEnabled val="1"/>
        </dgm:presLayoutVars>
      </dgm:prSet>
      <dgm:spPr/>
    </dgm:pt>
    <dgm:pt modelId="{0FCAC33F-C026-470D-A0EA-8210E6F08366}" type="pres">
      <dgm:prSet presAssocID="{0E4E8F3F-E1E3-48DC-ACDE-923707909A76}" presName="sibTrans" presStyleLbl="bgSibTrans2D1" presStyleIdx="6" presStyleCnt="8"/>
      <dgm:spPr/>
    </dgm:pt>
    <dgm:pt modelId="{EA6D5BBD-C461-4DAA-8E45-5D0E02542668}" type="pres">
      <dgm:prSet presAssocID="{EC66D6E2-089F-4786-B805-BF25A45B1DD9}" presName="compNode" presStyleCnt="0"/>
      <dgm:spPr/>
    </dgm:pt>
    <dgm:pt modelId="{3530D94F-C80D-42D9-AF3C-C61CF4CEBFBB}" type="pres">
      <dgm:prSet presAssocID="{EC66D6E2-089F-4786-B805-BF25A45B1DD9}" presName="dummyConnPt" presStyleCnt="0"/>
      <dgm:spPr/>
    </dgm:pt>
    <dgm:pt modelId="{A8E3DD30-E394-4C59-B788-8AD441FFD1C1}" type="pres">
      <dgm:prSet presAssocID="{EC66D6E2-089F-4786-B805-BF25A45B1DD9}" presName="node" presStyleLbl="node1" presStyleIdx="7" presStyleCnt="9">
        <dgm:presLayoutVars>
          <dgm:bulletEnabled val="1"/>
        </dgm:presLayoutVars>
      </dgm:prSet>
      <dgm:spPr/>
    </dgm:pt>
    <dgm:pt modelId="{2D9471E2-9728-46D9-A35D-B6169DC6DB7C}" type="pres">
      <dgm:prSet presAssocID="{2D5B6070-278E-4FA9-BA93-EE2365925004}" presName="sibTrans" presStyleLbl="bgSibTrans2D1" presStyleIdx="7" presStyleCnt="8"/>
      <dgm:spPr/>
    </dgm:pt>
    <dgm:pt modelId="{D9E16FD5-7455-4982-BFA1-28EBBF20C2F5}" type="pres">
      <dgm:prSet presAssocID="{1CE2E6C7-E4A3-43EE-91DD-66C1C2253390}" presName="compNode" presStyleCnt="0"/>
      <dgm:spPr/>
    </dgm:pt>
    <dgm:pt modelId="{EAFA80B5-ABDC-49FD-B6B9-D14E90433935}" type="pres">
      <dgm:prSet presAssocID="{1CE2E6C7-E4A3-43EE-91DD-66C1C2253390}" presName="dummyConnPt" presStyleCnt="0"/>
      <dgm:spPr/>
    </dgm:pt>
    <dgm:pt modelId="{0DA85C74-A8FC-4883-ABD6-3C905F21C0A1}" type="pres">
      <dgm:prSet presAssocID="{1CE2E6C7-E4A3-43EE-91DD-66C1C2253390}" presName="node" presStyleLbl="node1" presStyleIdx="8" presStyleCnt="9">
        <dgm:presLayoutVars>
          <dgm:bulletEnabled val="1"/>
        </dgm:presLayoutVars>
      </dgm:prSet>
      <dgm:spPr/>
    </dgm:pt>
  </dgm:ptLst>
  <dgm:cxnLst>
    <dgm:cxn modelId="{C6426C02-70A3-4447-80FC-6772FF1B7674}" type="presOf" srcId="{1AA747B9-64C1-4D07-91C3-9498D3EB3A77}" destId="{9E4397D3-EF95-4E5D-8C29-2537074572BC}" srcOrd="0" destOrd="0" presId="urn:microsoft.com/office/officeart/2005/8/layout/bProcess4"/>
    <dgm:cxn modelId="{CC63FF0C-239F-4B74-BFE8-AC4F90632483}" type="presOf" srcId="{C9439A2B-7819-44C4-8F3B-BADF87F81890}" destId="{5355E643-8A91-44BC-8BC1-3700D26AE47B}" srcOrd="0" destOrd="0" presId="urn:microsoft.com/office/officeart/2005/8/layout/bProcess4"/>
    <dgm:cxn modelId="{F0FC2B0F-029A-487A-A98B-FDEC3BF32483}" srcId="{DB3565A2-7A04-4CB7-A4F6-BCB2C0213EC7}" destId="{53082749-8603-434D-BAB1-AC9275425170}" srcOrd="5" destOrd="0" parTransId="{11498796-D702-490A-BDC5-2D8409D199E3}" sibTransId="{90DB9365-0853-462C-BADC-9BC02E4A8D44}"/>
    <dgm:cxn modelId="{56B76213-29E6-4D7E-8472-9DD82816D7B9}" srcId="{DB3565A2-7A04-4CB7-A4F6-BCB2C0213EC7}" destId="{71BB5B9E-A56E-479D-B718-CEE2ED3868B7}" srcOrd="6" destOrd="0" parTransId="{371A7BBC-7BB6-4335-B824-AA8AFA7675F9}" sibTransId="{0E4E8F3F-E1E3-48DC-ACDE-923707909A76}"/>
    <dgm:cxn modelId="{AAB87515-DAF3-4039-B096-47E2A75FA71E}" type="presOf" srcId="{8CF09DC3-03F3-4042-B039-D07D18C5DD33}" destId="{93FB8FE3-B5E3-4380-8453-A4710863C407}" srcOrd="0" destOrd="0" presId="urn:microsoft.com/office/officeart/2005/8/layout/bProcess4"/>
    <dgm:cxn modelId="{4B917516-90F3-4581-B4A8-6BCE3FA95262}" srcId="{DB3565A2-7A04-4CB7-A4F6-BCB2C0213EC7}" destId="{EC66D6E2-089F-4786-B805-BF25A45B1DD9}" srcOrd="7" destOrd="0" parTransId="{CF813477-82CE-4559-BF87-AB7434554967}" sibTransId="{2D5B6070-278E-4FA9-BA93-EE2365925004}"/>
    <dgm:cxn modelId="{EE0C7C18-30B4-4AA6-AF0E-9636D578ED03}" srcId="{DB3565A2-7A04-4CB7-A4F6-BCB2C0213EC7}" destId="{23789386-D7C2-4AA4-8316-7623C996EC27}" srcOrd="4" destOrd="0" parTransId="{4753544A-4593-4D27-ACDD-78D2BF007394}" sibTransId="{48459CDB-0B04-4C18-9070-2E12ACE41A0C}"/>
    <dgm:cxn modelId="{2CEFA91B-51F9-4CF2-AE9C-723DFBCA5412}" srcId="{DB3565A2-7A04-4CB7-A4F6-BCB2C0213EC7}" destId="{168CA447-F428-4A67-8C1F-0BFFC5CB151A}" srcOrd="3" destOrd="0" parTransId="{F4F7B1F1-BF16-4B61-A6E0-922E3FB3C06A}" sibTransId="{C9439A2B-7819-44C4-8F3B-BADF87F81890}"/>
    <dgm:cxn modelId="{EF97001C-2F27-4FCC-A5DA-49CC407BB55F}" type="presOf" srcId="{DB3565A2-7A04-4CB7-A4F6-BCB2C0213EC7}" destId="{FC29B781-141F-44FD-817B-92FE8E0E69A6}" srcOrd="0" destOrd="0" presId="urn:microsoft.com/office/officeart/2005/8/layout/bProcess4"/>
    <dgm:cxn modelId="{4BA1FC1C-6843-4D1B-8244-A8B463185E0C}" type="presOf" srcId="{53082749-8603-434D-BAB1-AC9275425170}" destId="{83503FE0-C527-44C9-B9E2-B50651D76A47}" srcOrd="0" destOrd="0" presId="urn:microsoft.com/office/officeart/2005/8/layout/bProcess4"/>
    <dgm:cxn modelId="{AF7F621D-7F9D-49CF-9026-8CFF838EF2DB}" type="presOf" srcId="{90DB9365-0853-462C-BADC-9BC02E4A8D44}" destId="{8647C9D0-F5E0-4361-B31F-18ECCD064335}" srcOrd="0" destOrd="0" presId="urn:microsoft.com/office/officeart/2005/8/layout/bProcess4"/>
    <dgm:cxn modelId="{2A3AF41F-8C2D-4C21-8F59-5B8D3893E911}" type="presOf" srcId="{23789386-D7C2-4AA4-8316-7623C996EC27}" destId="{0BE452C1-86BD-419A-870E-226B8CF43F7A}" srcOrd="0" destOrd="0" presId="urn:microsoft.com/office/officeart/2005/8/layout/bProcess4"/>
    <dgm:cxn modelId="{4D7A612E-D101-4599-8EC6-04DB5F85E1BE}" srcId="{DB3565A2-7A04-4CB7-A4F6-BCB2C0213EC7}" destId="{1CE2E6C7-E4A3-43EE-91DD-66C1C2253390}" srcOrd="8" destOrd="0" parTransId="{220F4019-2B90-4E9A-B149-48E6E0A28968}" sibTransId="{5CF80C1A-67B5-49A5-8ECF-166E1C4AAF65}"/>
    <dgm:cxn modelId="{54F5F22F-F75F-4EDA-B5DD-0FA4F4FE248F}" type="presOf" srcId="{2D5B6070-278E-4FA9-BA93-EE2365925004}" destId="{2D9471E2-9728-46D9-A35D-B6169DC6DB7C}" srcOrd="0" destOrd="0" presId="urn:microsoft.com/office/officeart/2005/8/layout/bProcess4"/>
    <dgm:cxn modelId="{44200636-F274-4B71-A38D-76D646DE2860}" srcId="{DB3565A2-7A04-4CB7-A4F6-BCB2C0213EC7}" destId="{557A30B0-4964-4093-9E86-E2ECFF5172D3}" srcOrd="0" destOrd="0" parTransId="{BBB2B614-669E-481D-AE00-B3A420AA2FDE}" sibTransId="{8CF09DC3-03F3-4042-B039-D07D18C5DD33}"/>
    <dgm:cxn modelId="{8ED43D49-45D1-4170-8400-E4698F59CA40}" type="presOf" srcId="{48459CDB-0B04-4C18-9070-2E12ACE41A0C}" destId="{4A51C59F-119B-4CB9-8AFE-8EB5A13203A3}" srcOrd="0" destOrd="0" presId="urn:microsoft.com/office/officeart/2005/8/layout/bProcess4"/>
    <dgm:cxn modelId="{C113E64D-24F7-41F2-B185-7714C71264CF}" type="presOf" srcId="{EC66D6E2-089F-4786-B805-BF25A45B1DD9}" destId="{A8E3DD30-E394-4C59-B788-8AD441FFD1C1}" srcOrd="0" destOrd="0" presId="urn:microsoft.com/office/officeart/2005/8/layout/bProcess4"/>
    <dgm:cxn modelId="{45168054-756C-4EA5-8575-94BF93A4150F}" type="presOf" srcId="{168CA447-F428-4A67-8C1F-0BFFC5CB151A}" destId="{DF0888F5-B8B1-4222-B5E6-5BCE83D3F191}" srcOrd="0" destOrd="0" presId="urn:microsoft.com/office/officeart/2005/8/layout/bProcess4"/>
    <dgm:cxn modelId="{D0FFE375-7629-4FF1-B6E2-F5A9C2BBCD19}" type="presOf" srcId="{0E4E8F3F-E1E3-48DC-ACDE-923707909A76}" destId="{0FCAC33F-C026-470D-A0EA-8210E6F08366}" srcOrd="0" destOrd="0" presId="urn:microsoft.com/office/officeart/2005/8/layout/bProcess4"/>
    <dgm:cxn modelId="{D9BF707C-8B07-4B08-8A35-C9E152FDAB1A}" srcId="{DB3565A2-7A04-4CB7-A4F6-BCB2C0213EC7}" destId="{5072B472-CF7F-43A3-839A-0305A9F6CE64}" srcOrd="1" destOrd="0" parTransId="{45C3641E-B808-4A1E-8455-3FB7D8C15D54}" sibTransId="{109C6AB4-F227-457C-97E9-2F33709AD4DA}"/>
    <dgm:cxn modelId="{5EA04187-6763-4C0E-9EE3-3F6FC51A39D3}" type="presOf" srcId="{557A30B0-4964-4093-9E86-E2ECFF5172D3}" destId="{BD42D823-6B65-4041-BCA7-ADE69EEF4328}" srcOrd="0" destOrd="0" presId="urn:microsoft.com/office/officeart/2005/8/layout/bProcess4"/>
    <dgm:cxn modelId="{648C6E8A-AAF0-4495-B7A8-AB660CFA2C63}" srcId="{DB3565A2-7A04-4CB7-A4F6-BCB2C0213EC7}" destId="{1AA747B9-64C1-4D07-91C3-9498D3EB3A77}" srcOrd="2" destOrd="0" parTransId="{1118F526-0B32-4B7A-B728-A377E8ED8BF6}" sibTransId="{284BC3BB-D9BE-4EC7-A078-BD8DC0266CD9}"/>
    <dgm:cxn modelId="{5BDDF1A7-C988-4EB3-BDE9-E533A4A87B8D}" type="presOf" srcId="{284BC3BB-D9BE-4EC7-A078-BD8DC0266CD9}" destId="{6110ACDC-3BFF-4F20-83D7-04CE0F180E83}" srcOrd="0" destOrd="0" presId="urn:microsoft.com/office/officeart/2005/8/layout/bProcess4"/>
    <dgm:cxn modelId="{372598B3-4B77-4830-8C5F-DBFC0E6D8649}" type="presOf" srcId="{1CE2E6C7-E4A3-43EE-91DD-66C1C2253390}" destId="{0DA85C74-A8FC-4883-ABD6-3C905F21C0A1}" srcOrd="0" destOrd="0" presId="urn:microsoft.com/office/officeart/2005/8/layout/bProcess4"/>
    <dgm:cxn modelId="{09BDC2B3-D6CA-4722-9AB6-33BFA15DBBED}" type="presOf" srcId="{71BB5B9E-A56E-479D-B718-CEE2ED3868B7}" destId="{8A3C8A52-09AC-46B7-8434-2031E5650DA2}" srcOrd="0" destOrd="0" presId="urn:microsoft.com/office/officeart/2005/8/layout/bProcess4"/>
    <dgm:cxn modelId="{CB9906CC-735D-4750-88B7-11CD5A391E8A}" type="presOf" srcId="{109C6AB4-F227-457C-97E9-2F33709AD4DA}" destId="{3E076004-CE63-430D-802E-AD4B230155BE}" srcOrd="0" destOrd="0" presId="urn:microsoft.com/office/officeart/2005/8/layout/bProcess4"/>
    <dgm:cxn modelId="{FB8C45D2-93B5-48E2-B743-5502081B5F48}" type="presOf" srcId="{5072B472-CF7F-43A3-839A-0305A9F6CE64}" destId="{3435ECEB-6CD3-48EC-B9C0-FCD342DD6EDF}" srcOrd="0" destOrd="0" presId="urn:microsoft.com/office/officeart/2005/8/layout/bProcess4"/>
    <dgm:cxn modelId="{968D8C44-28AD-4A8F-A170-07B521943DD6}" type="presParOf" srcId="{FC29B781-141F-44FD-817B-92FE8E0E69A6}" destId="{AAA23CC1-114E-46F3-B29E-5D66A7B77502}" srcOrd="0" destOrd="0" presId="urn:microsoft.com/office/officeart/2005/8/layout/bProcess4"/>
    <dgm:cxn modelId="{35BCE774-03A6-4BDF-A321-5E3319B37D89}" type="presParOf" srcId="{AAA23CC1-114E-46F3-B29E-5D66A7B77502}" destId="{2072ABFC-C0EC-448B-94B8-C2D448802A0A}" srcOrd="0" destOrd="0" presId="urn:microsoft.com/office/officeart/2005/8/layout/bProcess4"/>
    <dgm:cxn modelId="{0AF3B630-305D-49D0-803C-FA22FC728591}" type="presParOf" srcId="{AAA23CC1-114E-46F3-B29E-5D66A7B77502}" destId="{BD42D823-6B65-4041-BCA7-ADE69EEF4328}" srcOrd="1" destOrd="0" presId="urn:microsoft.com/office/officeart/2005/8/layout/bProcess4"/>
    <dgm:cxn modelId="{5A9EDD32-677B-4F03-BD5F-6F104491DA01}" type="presParOf" srcId="{FC29B781-141F-44FD-817B-92FE8E0E69A6}" destId="{93FB8FE3-B5E3-4380-8453-A4710863C407}" srcOrd="1" destOrd="0" presId="urn:microsoft.com/office/officeart/2005/8/layout/bProcess4"/>
    <dgm:cxn modelId="{F7F7AFBE-853B-4454-8555-362B6E5184EB}" type="presParOf" srcId="{FC29B781-141F-44FD-817B-92FE8E0E69A6}" destId="{06C4C25D-524B-42A4-A12F-865DE9F7D9E8}" srcOrd="2" destOrd="0" presId="urn:microsoft.com/office/officeart/2005/8/layout/bProcess4"/>
    <dgm:cxn modelId="{2F4D8260-B033-4936-B1FB-8E1AA181B00F}" type="presParOf" srcId="{06C4C25D-524B-42A4-A12F-865DE9F7D9E8}" destId="{57F7AC38-A153-4B14-945F-FFD7D42DB318}" srcOrd="0" destOrd="0" presId="urn:microsoft.com/office/officeart/2005/8/layout/bProcess4"/>
    <dgm:cxn modelId="{F551AAC6-EAF8-410D-920D-FD725D25A2DE}" type="presParOf" srcId="{06C4C25D-524B-42A4-A12F-865DE9F7D9E8}" destId="{3435ECEB-6CD3-48EC-B9C0-FCD342DD6EDF}" srcOrd="1" destOrd="0" presId="urn:microsoft.com/office/officeart/2005/8/layout/bProcess4"/>
    <dgm:cxn modelId="{10002F7C-E202-402B-871F-DAEC648CDB8E}" type="presParOf" srcId="{FC29B781-141F-44FD-817B-92FE8E0E69A6}" destId="{3E076004-CE63-430D-802E-AD4B230155BE}" srcOrd="3" destOrd="0" presId="urn:microsoft.com/office/officeart/2005/8/layout/bProcess4"/>
    <dgm:cxn modelId="{F4C40A2B-7802-4A91-9A73-6B437210FCDE}" type="presParOf" srcId="{FC29B781-141F-44FD-817B-92FE8E0E69A6}" destId="{AE175FE2-38AB-40AA-BAE4-6211AEA06D3E}" srcOrd="4" destOrd="0" presId="urn:microsoft.com/office/officeart/2005/8/layout/bProcess4"/>
    <dgm:cxn modelId="{78B76A5C-DA96-4E3A-9E1D-D007B9A8C9AE}" type="presParOf" srcId="{AE175FE2-38AB-40AA-BAE4-6211AEA06D3E}" destId="{C9EEC063-8498-43F9-89DB-965F5F15DAF1}" srcOrd="0" destOrd="0" presId="urn:microsoft.com/office/officeart/2005/8/layout/bProcess4"/>
    <dgm:cxn modelId="{2826B7A7-3201-45E6-B939-7F29EB26C89D}" type="presParOf" srcId="{AE175FE2-38AB-40AA-BAE4-6211AEA06D3E}" destId="{9E4397D3-EF95-4E5D-8C29-2537074572BC}" srcOrd="1" destOrd="0" presId="urn:microsoft.com/office/officeart/2005/8/layout/bProcess4"/>
    <dgm:cxn modelId="{A6840B30-1EAD-4F44-9745-00435F80E6BF}" type="presParOf" srcId="{FC29B781-141F-44FD-817B-92FE8E0E69A6}" destId="{6110ACDC-3BFF-4F20-83D7-04CE0F180E83}" srcOrd="5" destOrd="0" presId="urn:microsoft.com/office/officeart/2005/8/layout/bProcess4"/>
    <dgm:cxn modelId="{33D073DC-F97D-4138-B429-036176658C04}" type="presParOf" srcId="{FC29B781-141F-44FD-817B-92FE8E0E69A6}" destId="{47C26FCD-614A-459D-B2B1-F25E08F2855E}" srcOrd="6" destOrd="0" presId="urn:microsoft.com/office/officeart/2005/8/layout/bProcess4"/>
    <dgm:cxn modelId="{4418B685-5713-4C3C-BD27-CBB887131BB8}" type="presParOf" srcId="{47C26FCD-614A-459D-B2B1-F25E08F2855E}" destId="{35A5BF6A-2525-43E9-898E-8D342F20C409}" srcOrd="0" destOrd="0" presId="urn:microsoft.com/office/officeart/2005/8/layout/bProcess4"/>
    <dgm:cxn modelId="{6BA09FA2-EC9E-4F74-B819-7675ACC0096D}" type="presParOf" srcId="{47C26FCD-614A-459D-B2B1-F25E08F2855E}" destId="{DF0888F5-B8B1-4222-B5E6-5BCE83D3F191}" srcOrd="1" destOrd="0" presId="urn:microsoft.com/office/officeart/2005/8/layout/bProcess4"/>
    <dgm:cxn modelId="{A15092E7-28E2-4EF7-ACE5-2799C93993B9}" type="presParOf" srcId="{FC29B781-141F-44FD-817B-92FE8E0E69A6}" destId="{5355E643-8A91-44BC-8BC1-3700D26AE47B}" srcOrd="7" destOrd="0" presId="urn:microsoft.com/office/officeart/2005/8/layout/bProcess4"/>
    <dgm:cxn modelId="{0D3BBE5C-A6F5-4EBE-9091-6995350BF16E}" type="presParOf" srcId="{FC29B781-141F-44FD-817B-92FE8E0E69A6}" destId="{939EE44C-7D52-44E2-978E-879062B2A7B3}" srcOrd="8" destOrd="0" presId="urn:microsoft.com/office/officeart/2005/8/layout/bProcess4"/>
    <dgm:cxn modelId="{24A39CE6-11F9-4D16-9651-4F7CD6D9F866}" type="presParOf" srcId="{939EE44C-7D52-44E2-978E-879062B2A7B3}" destId="{C2D91E4D-FE03-439F-8DCD-1336952F3ACA}" srcOrd="0" destOrd="0" presId="urn:microsoft.com/office/officeart/2005/8/layout/bProcess4"/>
    <dgm:cxn modelId="{F7A1E27E-8C35-498B-875A-5CC2B472D1BE}" type="presParOf" srcId="{939EE44C-7D52-44E2-978E-879062B2A7B3}" destId="{0BE452C1-86BD-419A-870E-226B8CF43F7A}" srcOrd="1" destOrd="0" presId="urn:microsoft.com/office/officeart/2005/8/layout/bProcess4"/>
    <dgm:cxn modelId="{5368CD70-C34E-416E-B959-39F75F2CC4EB}" type="presParOf" srcId="{FC29B781-141F-44FD-817B-92FE8E0E69A6}" destId="{4A51C59F-119B-4CB9-8AFE-8EB5A13203A3}" srcOrd="9" destOrd="0" presId="urn:microsoft.com/office/officeart/2005/8/layout/bProcess4"/>
    <dgm:cxn modelId="{92DB23DB-1279-479C-A667-3DCEDEE1F6AA}" type="presParOf" srcId="{FC29B781-141F-44FD-817B-92FE8E0E69A6}" destId="{AF5C7C85-F69E-4CC3-936A-1D6FE5C56E83}" srcOrd="10" destOrd="0" presId="urn:microsoft.com/office/officeart/2005/8/layout/bProcess4"/>
    <dgm:cxn modelId="{3D6C7A55-ACD0-4F8A-8D31-02BAD7B54206}" type="presParOf" srcId="{AF5C7C85-F69E-4CC3-936A-1D6FE5C56E83}" destId="{F7C430C4-4A8F-413F-A1CC-073EE407916B}" srcOrd="0" destOrd="0" presId="urn:microsoft.com/office/officeart/2005/8/layout/bProcess4"/>
    <dgm:cxn modelId="{A9105E75-0C2C-4918-9ECF-750C38BFDAF4}" type="presParOf" srcId="{AF5C7C85-F69E-4CC3-936A-1D6FE5C56E83}" destId="{83503FE0-C527-44C9-B9E2-B50651D76A47}" srcOrd="1" destOrd="0" presId="urn:microsoft.com/office/officeart/2005/8/layout/bProcess4"/>
    <dgm:cxn modelId="{F8584DB2-FD1B-436A-BB95-E77BA38D093A}" type="presParOf" srcId="{FC29B781-141F-44FD-817B-92FE8E0E69A6}" destId="{8647C9D0-F5E0-4361-B31F-18ECCD064335}" srcOrd="11" destOrd="0" presId="urn:microsoft.com/office/officeart/2005/8/layout/bProcess4"/>
    <dgm:cxn modelId="{7CDC350E-986C-4B94-8E7A-831B9993989E}" type="presParOf" srcId="{FC29B781-141F-44FD-817B-92FE8E0E69A6}" destId="{CAB1F693-8543-4D58-8D7C-663180549630}" srcOrd="12" destOrd="0" presId="urn:microsoft.com/office/officeart/2005/8/layout/bProcess4"/>
    <dgm:cxn modelId="{8DC44AE8-D7A8-49F8-9396-AD31971299E8}" type="presParOf" srcId="{CAB1F693-8543-4D58-8D7C-663180549630}" destId="{D4EC4D13-2850-446C-A2C1-A1971938F45F}" srcOrd="0" destOrd="0" presId="urn:microsoft.com/office/officeart/2005/8/layout/bProcess4"/>
    <dgm:cxn modelId="{D502C26D-4C1C-4F44-8F71-9DF551B8E3EC}" type="presParOf" srcId="{CAB1F693-8543-4D58-8D7C-663180549630}" destId="{8A3C8A52-09AC-46B7-8434-2031E5650DA2}" srcOrd="1" destOrd="0" presId="urn:microsoft.com/office/officeart/2005/8/layout/bProcess4"/>
    <dgm:cxn modelId="{A39A4CF6-1AA1-4713-9AAF-6CFD5F48C10F}" type="presParOf" srcId="{FC29B781-141F-44FD-817B-92FE8E0E69A6}" destId="{0FCAC33F-C026-470D-A0EA-8210E6F08366}" srcOrd="13" destOrd="0" presId="urn:microsoft.com/office/officeart/2005/8/layout/bProcess4"/>
    <dgm:cxn modelId="{2C70A795-A256-403D-91D2-FEE90B482609}" type="presParOf" srcId="{FC29B781-141F-44FD-817B-92FE8E0E69A6}" destId="{EA6D5BBD-C461-4DAA-8E45-5D0E02542668}" srcOrd="14" destOrd="0" presId="urn:microsoft.com/office/officeart/2005/8/layout/bProcess4"/>
    <dgm:cxn modelId="{900B17DC-4D5D-4EB0-918E-578657828D4F}" type="presParOf" srcId="{EA6D5BBD-C461-4DAA-8E45-5D0E02542668}" destId="{3530D94F-C80D-42D9-AF3C-C61CF4CEBFBB}" srcOrd="0" destOrd="0" presId="urn:microsoft.com/office/officeart/2005/8/layout/bProcess4"/>
    <dgm:cxn modelId="{F19113AE-29CB-4B46-A043-46C071EC1841}" type="presParOf" srcId="{EA6D5BBD-C461-4DAA-8E45-5D0E02542668}" destId="{A8E3DD30-E394-4C59-B788-8AD441FFD1C1}" srcOrd="1" destOrd="0" presId="urn:microsoft.com/office/officeart/2005/8/layout/bProcess4"/>
    <dgm:cxn modelId="{C49C006B-CB0C-4129-B1C2-1F86F3B89651}" type="presParOf" srcId="{FC29B781-141F-44FD-817B-92FE8E0E69A6}" destId="{2D9471E2-9728-46D9-A35D-B6169DC6DB7C}" srcOrd="15" destOrd="0" presId="urn:microsoft.com/office/officeart/2005/8/layout/bProcess4"/>
    <dgm:cxn modelId="{4F57A595-49C8-4A3F-BC42-6753F62064A3}" type="presParOf" srcId="{FC29B781-141F-44FD-817B-92FE8E0E69A6}" destId="{D9E16FD5-7455-4982-BFA1-28EBBF20C2F5}" srcOrd="16" destOrd="0" presId="urn:microsoft.com/office/officeart/2005/8/layout/bProcess4"/>
    <dgm:cxn modelId="{43A2BBD7-4460-475B-969B-78461A07C783}" type="presParOf" srcId="{D9E16FD5-7455-4982-BFA1-28EBBF20C2F5}" destId="{EAFA80B5-ABDC-49FD-B6B9-D14E90433935}" srcOrd="0" destOrd="0" presId="urn:microsoft.com/office/officeart/2005/8/layout/bProcess4"/>
    <dgm:cxn modelId="{4AA61B22-385E-43B7-83D5-4306C1764904}" type="presParOf" srcId="{D9E16FD5-7455-4982-BFA1-28EBBF20C2F5}" destId="{0DA85C74-A8FC-4883-ABD6-3C905F21C0A1}" srcOrd="1" destOrd="0" presId="urn:microsoft.com/office/officeart/2005/8/layout/b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B3565A2-7A04-4CB7-A4F6-BCB2C0213EC7}" type="doc">
      <dgm:prSet loTypeId="urn:microsoft.com/office/officeart/2005/8/layout/bProcess4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57A30B0-4964-4093-9E86-E2ECFF5172D3}">
      <dgm:prSet phldrT="[Text]" custT="1"/>
      <dgm:spPr/>
      <dgm:t>
        <a:bodyPr/>
        <a:lstStyle/>
        <a:p>
          <a:r>
            <a:rPr lang="en-US" sz="1600" dirty="0"/>
            <a:t>Requestor completed Level 2 – Part 1 MOC form &amp; Appendix A to identify action items</a:t>
          </a:r>
        </a:p>
      </dgm:t>
    </dgm:pt>
    <dgm:pt modelId="{BBB2B614-669E-481D-AE00-B3A420AA2FDE}" type="parTrans" cxnId="{44200636-F274-4B71-A38D-76D646DE2860}">
      <dgm:prSet/>
      <dgm:spPr/>
      <dgm:t>
        <a:bodyPr/>
        <a:lstStyle/>
        <a:p>
          <a:endParaRPr lang="en-US"/>
        </a:p>
      </dgm:t>
    </dgm:pt>
    <dgm:pt modelId="{8CF09DC3-03F3-4042-B039-D07D18C5DD33}" type="sibTrans" cxnId="{44200636-F274-4B71-A38D-76D646DE2860}">
      <dgm:prSet/>
      <dgm:spPr/>
      <dgm:t>
        <a:bodyPr/>
        <a:lstStyle/>
        <a:p>
          <a:endParaRPr lang="en-US"/>
        </a:p>
      </dgm:t>
    </dgm:pt>
    <dgm:pt modelId="{5072B472-CF7F-43A3-839A-0305A9F6CE64}">
      <dgm:prSet phldrT="[Text]" custT="1"/>
      <dgm:spPr/>
      <dgm:t>
        <a:bodyPr/>
        <a:lstStyle/>
        <a:p>
          <a:r>
            <a:rPr lang="en-US" sz="1600" dirty="0"/>
            <a:t>Requestor attaches / provides additional information, specifications, drawings, etc. on the change</a:t>
          </a:r>
        </a:p>
      </dgm:t>
    </dgm:pt>
    <dgm:pt modelId="{45C3641E-B808-4A1E-8455-3FB7D8C15D54}" type="parTrans" cxnId="{D9BF707C-8B07-4B08-8A35-C9E152FDAB1A}">
      <dgm:prSet/>
      <dgm:spPr/>
      <dgm:t>
        <a:bodyPr/>
        <a:lstStyle/>
        <a:p>
          <a:endParaRPr lang="en-US"/>
        </a:p>
      </dgm:t>
    </dgm:pt>
    <dgm:pt modelId="{109C6AB4-F227-457C-97E9-2F33709AD4DA}" type="sibTrans" cxnId="{D9BF707C-8B07-4B08-8A35-C9E152FDAB1A}">
      <dgm:prSet/>
      <dgm:spPr/>
      <dgm:t>
        <a:bodyPr/>
        <a:lstStyle/>
        <a:p>
          <a:endParaRPr lang="en-US"/>
        </a:p>
      </dgm:t>
    </dgm:pt>
    <dgm:pt modelId="{1CE2E6C7-E4A3-43EE-91DD-66C1C2253390}">
      <dgm:prSet phldrT="[Text]" custT="1"/>
      <dgm:spPr/>
      <dgm:t>
        <a:bodyPr/>
        <a:lstStyle/>
        <a:p>
          <a:r>
            <a:rPr lang="en-US" sz="1600" dirty="0"/>
            <a:t>Process Safety Closes MOC</a:t>
          </a:r>
        </a:p>
      </dgm:t>
    </dgm:pt>
    <dgm:pt modelId="{220F4019-2B90-4E9A-B149-48E6E0A28968}" type="parTrans" cxnId="{4D7A612E-D101-4599-8EC6-04DB5F85E1BE}">
      <dgm:prSet/>
      <dgm:spPr/>
      <dgm:t>
        <a:bodyPr/>
        <a:lstStyle/>
        <a:p>
          <a:endParaRPr lang="en-US"/>
        </a:p>
      </dgm:t>
    </dgm:pt>
    <dgm:pt modelId="{5CF80C1A-67B5-49A5-8ECF-166E1C4AAF65}" type="sibTrans" cxnId="{4D7A612E-D101-4599-8EC6-04DB5F85E1BE}">
      <dgm:prSet/>
      <dgm:spPr/>
      <dgm:t>
        <a:bodyPr/>
        <a:lstStyle/>
        <a:p>
          <a:endParaRPr lang="en-US"/>
        </a:p>
      </dgm:t>
    </dgm:pt>
    <dgm:pt modelId="{EC66D6E2-089F-4786-B805-BF25A45B1DD9}">
      <dgm:prSet custT="1"/>
      <dgm:spPr/>
      <dgm:t>
        <a:bodyPr/>
        <a:lstStyle/>
        <a:p>
          <a:r>
            <a:rPr lang="en-US" sz="1600" dirty="0"/>
            <a:t>Requestor confirms Action items are closed and completes Part 4 of form</a:t>
          </a:r>
        </a:p>
      </dgm:t>
    </dgm:pt>
    <dgm:pt modelId="{CF813477-82CE-4559-BF87-AB7434554967}" type="parTrans" cxnId="{4B917516-90F3-4581-B4A8-6BCE3FA95262}">
      <dgm:prSet/>
      <dgm:spPr/>
      <dgm:t>
        <a:bodyPr/>
        <a:lstStyle/>
        <a:p>
          <a:endParaRPr lang="en-US"/>
        </a:p>
      </dgm:t>
    </dgm:pt>
    <dgm:pt modelId="{2D5B6070-278E-4FA9-BA93-EE2365925004}" type="sibTrans" cxnId="{4B917516-90F3-4581-B4A8-6BCE3FA95262}">
      <dgm:prSet/>
      <dgm:spPr/>
      <dgm:t>
        <a:bodyPr/>
        <a:lstStyle/>
        <a:p>
          <a:endParaRPr lang="en-US"/>
        </a:p>
      </dgm:t>
    </dgm:pt>
    <dgm:pt modelId="{71BB5B9E-A56E-479D-B718-CEE2ED3868B7}">
      <dgm:prSet custT="1"/>
      <dgm:spPr/>
      <dgm:t>
        <a:bodyPr/>
        <a:lstStyle/>
        <a:p>
          <a:r>
            <a:rPr lang="en-US" sz="1600" dirty="0"/>
            <a:t>Part 3 Starts – Production Manager approves operation of change &amp; commissioning of equipment is started.</a:t>
          </a:r>
        </a:p>
      </dgm:t>
    </dgm:pt>
    <dgm:pt modelId="{371A7BBC-7BB6-4335-B824-AA8AFA7675F9}" type="parTrans" cxnId="{56B76213-29E6-4D7E-8472-9DD82816D7B9}">
      <dgm:prSet/>
      <dgm:spPr/>
      <dgm:t>
        <a:bodyPr/>
        <a:lstStyle/>
        <a:p>
          <a:endParaRPr lang="en-US"/>
        </a:p>
      </dgm:t>
    </dgm:pt>
    <dgm:pt modelId="{0E4E8F3F-E1E3-48DC-ACDE-923707909A76}" type="sibTrans" cxnId="{56B76213-29E6-4D7E-8472-9DD82816D7B9}">
      <dgm:prSet/>
      <dgm:spPr/>
      <dgm:t>
        <a:bodyPr/>
        <a:lstStyle/>
        <a:p>
          <a:endParaRPr lang="en-US"/>
        </a:p>
      </dgm:t>
    </dgm:pt>
    <dgm:pt modelId="{53082749-8603-434D-BAB1-AC9275425170}">
      <dgm:prSet custT="1"/>
      <dgm:spPr/>
      <dgm:t>
        <a:bodyPr/>
        <a:lstStyle/>
        <a:p>
          <a:r>
            <a:rPr lang="en-US" sz="1600" dirty="0"/>
            <a:t>Implement Change &amp; conduct PSSR if required</a:t>
          </a:r>
        </a:p>
      </dgm:t>
    </dgm:pt>
    <dgm:pt modelId="{11498796-D702-490A-BDC5-2D8409D199E3}" type="parTrans" cxnId="{F0FC2B0F-029A-487A-A98B-FDEC3BF32483}">
      <dgm:prSet/>
      <dgm:spPr/>
      <dgm:t>
        <a:bodyPr/>
        <a:lstStyle/>
        <a:p>
          <a:endParaRPr lang="en-US"/>
        </a:p>
      </dgm:t>
    </dgm:pt>
    <dgm:pt modelId="{90DB9365-0853-462C-BADC-9BC02E4A8D44}" type="sibTrans" cxnId="{F0FC2B0F-029A-487A-A98B-FDEC3BF32483}">
      <dgm:prSet/>
      <dgm:spPr/>
      <dgm:t>
        <a:bodyPr/>
        <a:lstStyle/>
        <a:p>
          <a:endParaRPr lang="en-US"/>
        </a:p>
      </dgm:t>
    </dgm:pt>
    <dgm:pt modelId="{23789386-D7C2-4AA4-8316-7623C996EC27}">
      <dgm:prSet custT="1"/>
      <dgm:spPr/>
      <dgm:t>
        <a:bodyPr/>
        <a:lstStyle/>
        <a:p>
          <a:r>
            <a:rPr lang="en-US" sz="1600" dirty="0"/>
            <a:t>Part 2 starts – Requestor completes detailed design of change and seeks approval with associated documentation.</a:t>
          </a:r>
        </a:p>
      </dgm:t>
    </dgm:pt>
    <dgm:pt modelId="{4753544A-4593-4D27-ACDD-78D2BF007394}" type="parTrans" cxnId="{EE0C7C18-30B4-4AA6-AF0E-9636D578ED03}">
      <dgm:prSet/>
      <dgm:spPr/>
      <dgm:t>
        <a:bodyPr/>
        <a:lstStyle/>
        <a:p>
          <a:endParaRPr lang="en-US"/>
        </a:p>
      </dgm:t>
    </dgm:pt>
    <dgm:pt modelId="{48459CDB-0B04-4C18-9070-2E12ACE41A0C}" type="sibTrans" cxnId="{EE0C7C18-30B4-4AA6-AF0E-9636D578ED03}">
      <dgm:prSet/>
      <dgm:spPr/>
      <dgm:t>
        <a:bodyPr/>
        <a:lstStyle/>
        <a:p>
          <a:endParaRPr lang="en-US"/>
        </a:p>
      </dgm:t>
    </dgm:pt>
    <dgm:pt modelId="{168CA447-F428-4A67-8C1F-0BFFC5CB151A}">
      <dgm:prSet custT="1"/>
      <dgm:spPr/>
      <dgm:t>
        <a:bodyPr/>
        <a:lstStyle/>
        <a:p>
          <a:r>
            <a:rPr lang="en-US" sz="1600" dirty="0"/>
            <a:t>Process Safety assigns MOC # and schedules PHA if needed.</a:t>
          </a:r>
        </a:p>
      </dgm:t>
    </dgm:pt>
    <dgm:pt modelId="{F4F7B1F1-BF16-4B61-A6E0-922E3FB3C06A}" type="parTrans" cxnId="{2CEFA91B-51F9-4CF2-AE9C-723DFBCA5412}">
      <dgm:prSet/>
      <dgm:spPr/>
      <dgm:t>
        <a:bodyPr/>
        <a:lstStyle/>
        <a:p>
          <a:endParaRPr lang="en-US"/>
        </a:p>
      </dgm:t>
    </dgm:pt>
    <dgm:pt modelId="{C9439A2B-7819-44C4-8F3B-BADF87F81890}" type="sibTrans" cxnId="{2CEFA91B-51F9-4CF2-AE9C-723DFBCA5412}">
      <dgm:prSet/>
      <dgm:spPr/>
      <dgm:t>
        <a:bodyPr/>
        <a:lstStyle/>
        <a:p>
          <a:endParaRPr lang="en-US"/>
        </a:p>
      </dgm:t>
    </dgm:pt>
    <dgm:pt modelId="{1AA747B9-64C1-4D07-91C3-9498D3EB3A77}">
      <dgm:prSet custT="1"/>
      <dgm:spPr/>
      <dgm:t>
        <a:bodyPr/>
        <a:lstStyle/>
        <a:p>
          <a:r>
            <a:rPr lang="en-US" sz="1600" dirty="0"/>
            <a:t>Requestor gets approval from both Production &amp; Technical Managers.  Technical Manager also complete Appendix B on other documentation needed.</a:t>
          </a:r>
        </a:p>
      </dgm:t>
    </dgm:pt>
    <dgm:pt modelId="{1118F526-0B32-4B7A-B728-A377E8ED8BF6}" type="parTrans" cxnId="{648C6E8A-AAF0-4495-B7A8-AB660CFA2C63}">
      <dgm:prSet/>
      <dgm:spPr/>
      <dgm:t>
        <a:bodyPr/>
        <a:lstStyle/>
        <a:p>
          <a:endParaRPr lang="en-US"/>
        </a:p>
      </dgm:t>
    </dgm:pt>
    <dgm:pt modelId="{284BC3BB-D9BE-4EC7-A078-BD8DC0266CD9}" type="sibTrans" cxnId="{648C6E8A-AAF0-4495-B7A8-AB660CFA2C63}">
      <dgm:prSet/>
      <dgm:spPr/>
      <dgm:t>
        <a:bodyPr/>
        <a:lstStyle/>
        <a:p>
          <a:endParaRPr lang="en-US"/>
        </a:p>
      </dgm:t>
    </dgm:pt>
    <dgm:pt modelId="{07B24C3C-00B4-4EA0-9CD5-1841A0A08227}">
      <dgm:prSet custT="1"/>
      <dgm:spPr/>
      <dgm:t>
        <a:bodyPr/>
        <a:lstStyle/>
        <a:p>
          <a:r>
            <a:rPr lang="en-US" sz="1600" dirty="0"/>
            <a:t>Approval to proceed granted by MOC Requestor, Production Manager, Technical Manager, Maintenance Manager, &amp; EHS Manager.</a:t>
          </a:r>
        </a:p>
      </dgm:t>
    </dgm:pt>
    <dgm:pt modelId="{2758A75C-FEB7-475A-A377-ED7D74B827A8}" type="parTrans" cxnId="{1F4C0AE6-C8C7-43E6-BAC3-E9D1F9C6D239}">
      <dgm:prSet/>
      <dgm:spPr/>
      <dgm:t>
        <a:bodyPr/>
        <a:lstStyle/>
        <a:p>
          <a:endParaRPr lang="en-US"/>
        </a:p>
      </dgm:t>
    </dgm:pt>
    <dgm:pt modelId="{EE97E9D0-9DCE-4258-82A6-4ECEB6DE814A}" type="sibTrans" cxnId="{1F4C0AE6-C8C7-43E6-BAC3-E9D1F9C6D239}">
      <dgm:prSet/>
      <dgm:spPr/>
      <dgm:t>
        <a:bodyPr/>
        <a:lstStyle/>
        <a:p>
          <a:endParaRPr lang="en-US"/>
        </a:p>
      </dgm:t>
    </dgm:pt>
    <dgm:pt modelId="{616DC601-9555-474D-BE05-AFB77069B517}">
      <dgm:prSet custT="1"/>
      <dgm:spPr/>
      <dgm:t>
        <a:bodyPr/>
        <a:lstStyle/>
        <a:p>
          <a:r>
            <a:rPr lang="en-US" sz="1600" dirty="0"/>
            <a:t>If temporary, Requestor confirms equipment &amp; documentation are reverted back to state prior to MOC.</a:t>
          </a:r>
        </a:p>
      </dgm:t>
    </dgm:pt>
    <dgm:pt modelId="{4829DF28-B4EE-4CB1-85B9-29A79D96F7F1}" type="parTrans" cxnId="{05D877E8-85A0-46CB-BB0E-08B24801ECD9}">
      <dgm:prSet/>
      <dgm:spPr/>
      <dgm:t>
        <a:bodyPr/>
        <a:lstStyle/>
        <a:p>
          <a:endParaRPr lang="en-US"/>
        </a:p>
      </dgm:t>
    </dgm:pt>
    <dgm:pt modelId="{45E1499D-6353-4111-B5AB-88BC694F303E}" type="sibTrans" cxnId="{05D877E8-85A0-46CB-BB0E-08B24801ECD9}">
      <dgm:prSet/>
      <dgm:spPr/>
      <dgm:t>
        <a:bodyPr/>
        <a:lstStyle/>
        <a:p>
          <a:endParaRPr lang="en-US"/>
        </a:p>
      </dgm:t>
    </dgm:pt>
    <dgm:pt modelId="{E50E60B1-218B-4B03-AAC3-3916A0490E62}">
      <dgm:prSet custT="1"/>
      <dgm:spPr/>
      <dgm:t>
        <a:bodyPr/>
        <a:lstStyle/>
        <a:p>
          <a:r>
            <a:rPr lang="en-US" sz="1600" dirty="0"/>
            <a:t>Process Safety confirms all documentation is correct</a:t>
          </a:r>
        </a:p>
      </dgm:t>
    </dgm:pt>
    <dgm:pt modelId="{106F75C2-8C3D-4216-9B4D-0154E38C36D1}" type="parTrans" cxnId="{3DCEB546-C5CF-41C4-94D7-EB28C6B008BB}">
      <dgm:prSet/>
      <dgm:spPr/>
      <dgm:t>
        <a:bodyPr/>
        <a:lstStyle/>
        <a:p>
          <a:endParaRPr lang="en-US"/>
        </a:p>
      </dgm:t>
    </dgm:pt>
    <dgm:pt modelId="{090F4CAF-D97C-40A7-8E14-2B7B23C86463}" type="sibTrans" cxnId="{3DCEB546-C5CF-41C4-94D7-EB28C6B008BB}">
      <dgm:prSet/>
      <dgm:spPr/>
      <dgm:t>
        <a:bodyPr/>
        <a:lstStyle/>
        <a:p>
          <a:endParaRPr lang="en-US"/>
        </a:p>
      </dgm:t>
    </dgm:pt>
    <dgm:pt modelId="{FC29B781-141F-44FD-817B-92FE8E0E69A6}" type="pres">
      <dgm:prSet presAssocID="{DB3565A2-7A04-4CB7-A4F6-BCB2C0213EC7}" presName="Name0" presStyleCnt="0">
        <dgm:presLayoutVars>
          <dgm:dir/>
          <dgm:resizeHandles/>
        </dgm:presLayoutVars>
      </dgm:prSet>
      <dgm:spPr/>
    </dgm:pt>
    <dgm:pt modelId="{AAA23CC1-114E-46F3-B29E-5D66A7B77502}" type="pres">
      <dgm:prSet presAssocID="{557A30B0-4964-4093-9E86-E2ECFF5172D3}" presName="compNode" presStyleCnt="0"/>
      <dgm:spPr/>
    </dgm:pt>
    <dgm:pt modelId="{2072ABFC-C0EC-448B-94B8-C2D448802A0A}" type="pres">
      <dgm:prSet presAssocID="{557A30B0-4964-4093-9E86-E2ECFF5172D3}" presName="dummyConnPt" presStyleCnt="0"/>
      <dgm:spPr/>
    </dgm:pt>
    <dgm:pt modelId="{BD42D823-6B65-4041-BCA7-ADE69EEF4328}" type="pres">
      <dgm:prSet presAssocID="{557A30B0-4964-4093-9E86-E2ECFF5172D3}" presName="node" presStyleLbl="node1" presStyleIdx="0" presStyleCnt="12" custScaleX="198323" custScaleY="148307" custLinFactNeighborX="-89033" custLinFactNeighborY="64910">
        <dgm:presLayoutVars>
          <dgm:bulletEnabled val="1"/>
        </dgm:presLayoutVars>
      </dgm:prSet>
      <dgm:spPr/>
    </dgm:pt>
    <dgm:pt modelId="{93FB8FE3-B5E3-4380-8453-A4710863C407}" type="pres">
      <dgm:prSet presAssocID="{8CF09DC3-03F3-4042-B039-D07D18C5DD33}" presName="sibTrans" presStyleLbl="bgSibTrans2D1" presStyleIdx="0" presStyleCnt="11"/>
      <dgm:spPr/>
    </dgm:pt>
    <dgm:pt modelId="{06C4C25D-524B-42A4-A12F-865DE9F7D9E8}" type="pres">
      <dgm:prSet presAssocID="{5072B472-CF7F-43A3-839A-0305A9F6CE64}" presName="compNode" presStyleCnt="0"/>
      <dgm:spPr/>
    </dgm:pt>
    <dgm:pt modelId="{57F7AC38-A153-4B14-945F-FFD7D42DB318}" type="pres">
      <dgm:prSet presAssocID="{5072B472-CF7F-43A3-839A-0305A9F6CE64}" presName="dummyConnPt" presStyleCnt="0"/>
      <dgm:spPr/>
    </dgm:pt>
    <dgm:pt modelId="{3435ECEB-6CD3-48EC-B9C0-FCD342DD6EDF}" type="pres">
      <dgm:prSet presAssocID="{5072B472-CF7F-43A3-839A-0305A9F6CE64}" presName="node" presStyleLbl="node1" presStyleIdx="1" presStyleCnt="12" custScaleX="200739" custScaleY="166316" custLinFactNeighborX="-87699" custLinFactNeighborY="88271">
        <dgm:presLayoutVars>
          <dgm:bulletEnabled val="1"/>
        </dgm:presLayoutVars>
      </dgm:prSet>
      <dgm:spPr/>
    </dgm:pt>
    <dgm:pt modelId="{3E076004-CE63-430D-802E-AD4B230155BE}" type="pres">
      <dgm:prSet presAssocID="{109C6AB4-F227-457C-97E9-2F33709AD4DA}" presName="sibTrans" presStyleLbl="bgSibTrans2D1" presStyleIdx="1" presStyleCnt="11"/>
      <dgm:spPr/>
    </dgm:pt>
    <dgm:pt modelId="{AE175FE2-38AB-40AA-BAE4-6211AEA06D3E}" type="pres">
      <dgm:prSet presAssocID="{1AA747B9-64C1-4D07-91C3-9498D3EB3A77}" presName="compNode" presStyleCnt="0"/>
      <dgm:spPr/>
    </dgm:pt>
    <dgm:pt modelId="{C9EEC063-8498-43F9-89DB-965F5F15DAF1}" type="pres">
      <dgm:prSet presAssocID="{1AA747B9-64C1-4D07-91C3-9498D3EB3A77}" presName="dummyConnPt" presStyleCnt="0"/>
      <dgm:spPr/>
    </dgm:pt>
    <dgm:pt modelId="{9E4397D3-EF95-4E5D-8C29-2537074572BC}" type="pres">
      <dgm:prSet presAssocID="{1AA747B9-64C1-4D07-91C3-9498D3EB3A77}" presName="node" presStyleLbl="node1" presStyleIdx="2" presStyleCnt="12" custScaleX="202237" custScaleY="246823" custLinFactY="23592" custLinFactNeighborX="-88603" custLinFactNeighborY="100000">
        <dgm:presLayoutVars>
          <dgm:bulletEnabled val="1"/>
        </dgm:presLayoutVars>
      </dgm:prSet>
      <dgm:spPr/>
    </dgm:pt>
    <dgm:pt modelId="{6110ACDC-3BFF-4F20-83D7-04CE0F180E83}" type="pres">
      <dgm:prSet presAssocID="{284BC3BB-D9BE-4EC7-A078-BD8DC0266CD9}" presName="sibTrans" presStyleLbl="bgSibTrans2D1" presStyleIdx="2" presStyleCnt="11"/>
      <dgm:spPr/>
    </dgm:pt>
    <dgm:pt modelId="{47C26FCD-614A-459D-B2B1-F25E08F2855E}" type="pres">
      <dgm:prSet presAssocID="{168CA447-F428-4A67-8C1F-0BFFC5CB151A}" presName="compNode" presStyleCnt="0"/>
      <dgm:spPr/>
    </dgm:pt>
    <dgm:pt modelId="{35A5BF6A-2525-43E9-898E-8D342F20C409}" type="pres">
      <dgm:prSet presAssocID="{168CA447-F428-4A67-8C1F-0BFFC5CB151A}" presName="dummyConnPt" presStyleCnt="0"/>
      <dgm:spPr/>
    </dgm:pt>
    <dgm:pt modelId="{DF0888F5-B8B1-4222-B5E6-5BCE83D3F191}" type="pres">
      <dgm:prSet presAssocID="{168CA447-F428-4A67-8C1F-0BFFC5CB151A}" presName="node" presStyleLbl="node1" presStyleIdx="3" presStyleCnt="12" custScaleX="195445" custScaleY="161808" custLinFactX="27583" custLinFactY="-2059" custLinFactNeighborX="100000" custLinFactNeighborY="-100000">
        <dgm:presLayoutVars>
          <dgm:bulletEnabled val="1"/>
        </dgm:presLayoutVars>
      </dgm:prSet>
      <dgm:spPr/>
    </dgm:pt>
    <dgm:pt modelId="{5355E643-8A91-44BC-8BC1-3700D26AE47B}" type="pres">
      <dgm:prSet presAssocID="{C9439A2B-7819-44C4-8F3B-BADF87F81890}" presName="sibTrans" presStyleLbl="bgSibTrans2D1" presStyleIdx="3" presStyleCnt="11"/>
      <dgm:spPr/>
    </dgm:pt>
    <dgm:pt modelId="{939EE44C-7D52-44E2-978E-879062B2A7B3}" type="pres">
      <dgm:prSet presAssocID="{23789386-D7C2-4AA4-8316-7623C996EC27}" presName="compNode" presStyleCnt="0"/>
      <dgm:spPr/>
    </dgm:pt>
    <dgm:pt modelId="{C2D91E4D-FE03-439F-8DCD-1336952F3ACA}" type="pres">
      <dgm:prSet presAssocID="{23789386-D7C2-4AA4-8316-7623C996EC27}" presName="dummyConnPt" presStyleCnt="0"/>
      <dgm:spPr/>
    </dgm:pt>
    <dgm:pt modelId="{0BE452C1-86BD-419A-870E-226B8CF43F7A}" type="pres">
      <dgm:prSet presAssocID="{23789386-D7C2-4AA4-8316-7623C996EC27}" presName="node" presStyleLbl="node1" presStyleIdx="4" presStyleCnt="12" custScaleX="195445" custScaleY="192810" custLinFactX="-5474" custLinFactY="-106003" custLinFactNeighborX="-100000" custLinFactNeighborY="-200000">
        <dgm:presLayoutVars>
          <dgm:bulletEnabled val="1"/>
        </dgm:presLayoutVars>
      </dgm:prSet>
      <dgm:spPr/>
    </dgm:pt>
    <dgm:pt modelId="{4A51C59F-119B-4CB9-8AFE-8EB5A13203A3}" type="pres">
      <dgm:prSet presAssocID="{48459CDB-0B04-4C18-9070-2E12ACE41A0C}" presName="sibTrans" presStyleLbl="bgSibTrans2D1" presStyleIdx="4" presStyleCnt="11"/>
      <dgm:spPr/>
    </dgm:pt>
    <dgm:pt modelId="{F710D723-EF93-4A57-AA1D-7DAAD2B6860D}" type="pres">
      <dgm:prSet presAssocID="{07B24C3C-00B4-4EA0-9CD5-1841A0A08227}" presName="compNode" presStyleCnt="0"/>
      <dgm:spPr/>
    </dgm:pt>
    <dgm:pt modelId="{E49D5B0F-365A-4C25-866D-F92B21211E57}" type="pres">
      <dgm:prSet presAssocID="{07B24C3C-00B4-4EA0-9CD5-1841A0A08227}" presName="dummyConnPt" presStyleCnt="0"/>
      <dgm:spPr/>
    </dgm:pt>
    <dgm:pt modelId="{1951B7C4-1BF4-404A-8889-3ABC8C0C4DA5}" type="pres">
      <dgm:prSet presAssocID="{07B24C3C-00B4-4EA0-9CD5-1841A0A08227}" presName="node" presStyleLbl="node1" presStyleIdx="5" presStyleCnt="12" custScaleX="193802" custScaleY="182395" custLinFactX="-9893" custLinFactY="-131448" custLinFactNeighborX="-100000" custLinFactNeighborY="-200000">
        <dgm:presLayoutVars>
          <dgm:bulletEnabled val="1"/>
        </dgm:presLayoutVars>
      </dgm:prSet>
      <dgm:spPr/>
    </dgm:pt>
    <dgm:pt modelId="{875D0BAE-B1B5-44FF-84B8-BB72CD9C6356}" type="pres">
      <dgm:prSet presAssocID="{EE97E9D0-9DCE-4258-82A6-4ECEB6DE814A}" presName="sibTrans" presStyleLbl="bgSibTrans2D1" presStyleIdx="5" presStyleCnt="11"/>
      <dgm:spPr/>
    </dgm:pt>
    <dgm:pt modelId="{AF5C7C85-F69E-4CC3-936A-1D6FE5C56E83}" type="pres">
      <dgm:prSet presAssocID="{53082749-8603-434D-BAB1-AC9275425170}" presName="compNode" presStyleCnt="0"/>
      <dgm:spPr/>
    </dgm:pt>
    <dgm:pt modelId="{F7C430C4-4A8F-413F-A1CC-073EE407916B}" type="pres">
      <dgm:prSet presAssocID="{53082749-8603-434D-BAB1-AC9275425170}" presName="dummyConnPt" presStyleCnt="0"/>
      <dgm:spPr/>
    </dgm:pt>
    <dgm:pt modelId="{83503FE0-C527-44C9-B9E2-B50651D76A47}" type="pres">
      <dgm:prSet presAssocID="{53082749-8603-434D-BAB1-AC9275425170}" presName="node" presStyleLbl="node1" presStyleIdx="6" presStyleCnt="12" custScaleX="170214" custScaleY="142058" custLinFactX="6029" custLinFactY="-44153" custLinFactNeighborX="100000" custLinFactNeighborY="-100000">
        <dgm:presLayoutVars>
          <dgm:bulletEnabled val="1"/>
        </dgm:presLayoutVars>
      </dgm:prSet>
      <dgm:spPr/>
    </dgm:pt>
    <dgm:pt modelId="{8647C9D0-F5E0-4361-B31F-18ECCD064335}" type="pres">
      <dgm:prSet presAssocID="{90DB9365-0853-462C-BADC-9BC02E4A8D44}" presName="sibTrans" presStyleLbl="bgSibTrans2D1" presStyleIdx="6" presStyleCnt="11"/>
      <dgm:spPr/>
    </dgm:pt>
    <dgm:pt modelId="{CAB1F693-8543-4D58-8D7C-663180549630}" type="pres">
      <dgm:prSet presAssocID="{71BB5B9E-A56E-479D-B718-CEE2ED3868B7}" presName="compNode" presStyleCnt="0"/>
      <dgm:spPr/>
    </dgm:pt>
    <dgm:pt modelId="{D4EC4D13-2850-446C-A2C1-A1971938F45F}" type="pres">
      <dgm:prSet presAssocID="{71BB5B9E-A56E-479D-B718-CEE2ED3868B7}" presName="dummyConnPt" presStyleCnt="0"/>
      <dgm:spPr/>
    </dgm:pt>
    <dgm:pt modelId="{8A3C8A52-09AC-46B7-8434-2031E5650DA2}" type="pres">
      <dgm:prSet presAssocID="{71BB5B9E-A56E-479D-B718-CEE2ED3868B7}" presName="node" presStyleLbl="node1" presStyleIdx="7" presStyleCnt="12" custScaleX="175416" custScaleY="161808" custLinFactX="7081" custLinFactY="100000" custLinFactNeighborX="100000" custLinFactNeighborY="115706">
        <dgm:presLayoutVars>
          <dgm:bulletEnabled val="1"/>
        </dgm:presLayoutVars>
      </dgm:prSet>
      <dgm:spPr/>
    </dgm:pt>
    <dgm:pt modelId="{0FCAC33F-C026-470D-A0EA-8210E6F08366}" type="pres">
      <dgm:prSet presAssocID="{0E4E8F3F-E1E3-48DC-ACDE-923707909A76}" presName="sibTrans" presStyleLbl="bgSibTrans2D1" presStyleIdx="7" presStyleCnt="11"/>
      <dgm:spPr/>
    </dgm:pt>
    <dgm:pt modelId="{EA6D5BBD-C461-4DAA-8E45-5D0E02542668}" type="pres">
      <dgm:prSet presAssocID="{EC66D6E2-089F-4786-B805-BF25A45B1DD9}" presName="compNode" presStyleCnt="0"/>
      <dgm:spPr/>
    </dgm:pt>
    <dgm:pt modelId="{3530D94F-C80D-42D9-AF3C-C61CF4CEBFBB}" type="pres">
      <dgm:prSet presAssocID="{EC66D6E2-089F-4786-B805-BF25A45B1DD9}" presName="dummyConnPt" presStyleCnt="0"/>
      <dgm:spPr/>
    </dgm:pt>
    <dgm:pt modelId="{A8E3DD30-E394-4C59-B788-8AD441FFD1C1}" type="pres">
      <dgm:prSet presAssocID="{EC66D6E2-089F-4786-B805-BF25A45B1DD9}" presName="node" presStyleLbl="node1" presStyleIdx="8" presStyleCnt="12" custScaleX="176253" custScaleY="161808" custLinFactX="-13724" custLinFactY="200000" custLinFactNeighborX="-100000" custLinFactNeighborY="238943">
        <dgm:presLayoutVars>
          <dgm:bulletEnabled val="1"/>
        </dgm:presLayoutVars>
      </dgm:prSet>
      <dgm:spPr/>
    </dgm:pt>
    <dgm:pt modelId="{2D9471E2-9728-46D9-A35D-B6169DC6DB7C}" type="pres">
      <dgm:prSet presAssocID="{2D5B6070-278E-4FA9-BA93-EE2365925004}" presName="sibTrans" presStyleLbl="bgSibTrans2D1" presStyleIdx="8" presStyleCnt="11"/>
      <dgm:spPr/>
    </dgm:pt>
    <dgm:pt modelId="{962D8EE9-AD1D-4B27-B1B7-E6250D920CEA}" type="pres">
      <dgm:prSet presAssocID="{616DC601-9555-474D-BE05-AFB77069B517}" presName="compNode" presStyleCnt="0"/>
      <dgm:spPr/>
    </dgm:pt>
    <dgm:pt modelId="{AC8F67AB-84AF-4252-A009-05C2ABB8969F}" type="pres">
      <dgm:prSet presAssocID="{616DC601-9555-474D-BE05-AFB77069B517}" presName="dummyConnPt" presStyleCnt="0"/>
      <dgm:spPr/>
    </dgm:pt>
    <dgm:pt modelId="{FE4BA911-40FC-4567-96EF-454EAAD6F5FB}" type="pres">
      <dgm:prSet presAssocID="{616DC601-9555-474D-BE05-AFB77069B517}" presName="node" presStyleLbl="node1" presStyleIdx="9" presStyleCnt="12" custScaleX="138597" custScaleY="238437" custLinFactY="100000" custLinFactNeighborX="77718" custLinFactNeighborY="116674">
        <dgm:presLayoutVars>
          <dgm:bulletEnabled val="1"/>
        </dgm:presLayoutVars>
      </dgm:prSet>
      <dgm:spPr/>
    </dgm:pt>
    <dgm:pt modelId="{15C20F0F-0ACD-478E-B5B6-6498FDB41E13}" type="pres">
      <dgm:prSet presAssocID="{45E1499D-6353-4111-B5AB-88BC694F303E}" presName="sibTrans" presStyleLbl="bgSibTrans2D1" presStyleIdx="9" presStyleCnt="11"/>
      <dgm:spPr/>
    </dgm:pt>
    <dgm:pt modelId="{7DE7CB35-B441-4A8E-9302-721E82771BCB}" type="pres">
      <dgm:prSet presAssocID="{E50E60B1-218B-4B03-AAC3-3916A0490E62}" presName="compNode" presStyleCnt="0"/>
      <dgm:spPr/>
    </dgm:pt>
    <dgm:pt modelId="{0D8D7683-ACBA-46D4-9705-F8EBBCE85429}" type="pres">
      <dgm:prSet presAssocID="{E50E60B1-218B-4B03-AAC3-3916A0490E62}" presName="dummyConnPt" presStyleCnt="0"/>
      <dgm:spPr/>
    </dgm:pt>
    <dgm:pt modelId="{A2537594-F387-4DB0-8FF7-F30EF77AC210}" type="pres">
      <dgm:prSet presAssocID="{E50E60B1-218B-4B03-AAC3-3916A0490E62}" presName="node" presStyleLbl="node1" presStyleIdx="10" presStyleCnt="12" custScaleX="139331" custScaleY="136566" custLinFactY="-100000" custLinFactNeighborX="77910" custLinFactNeighborY="-124166">
        <dgm:presLayoutVars>
          <dgm:bulletEnabled val="1"/>
        </dgm:presLayoutVars>
      </dgm:prSet>
      <dgm:spPr/>
    </dgm:pt>
    <dgm:pt modelId="{BC5EA2B2-944E-4E59-BDAF-A500A96A71D1}" type="pres">
      <dgm:prSet presAssocID="{090F4CAF-D97C-40A7-8E14-2B7B23C86463}" presName="sibTrans" presStyleLbl="bgSibTrans2D1" presStyleIdx="10" presStyleCnt="11"/>
      <dgm:spPr/>
    </dgm:pt>
    <dgm:pt modelId="{D9E16FD5-7455-4982-BFA1-28EBBF20C2F5}" type="pres">
      <dgm:prSet presAssocID="{1CE2E6C7-E4A3-43EE-91DD-66C1C2253390}" presName="compNode" presStyleCnt="0"/>
      <dgm:spPr/>
    </dgm:pt>
    <dgm:pt modelId="{EAFA80B5-ABDC-49FD-B6B9-D14E90433935}" type="pres">
      <dgm:prSet presAssocID="{1CE2E6C7-E4A3-43EE-91DD-66C1C2253390}" presName="dummyConnPt" presStyleCnt="0"/>
      <dgm:spPr/>
    </dgm:pt>
    <dgm:pt modelId="{0DA85C74-A8FC-4883-ABD6-3C905F21C0A1}" type="pres">
      <dgm:prSet presAssocID="{1CE2E6C7-E4A3-43EE-91DD-66C1C2253390}" presName="node" presStyleLbl="node1" presStyleIdx="11" presStyleCnt="12" custScaleX="142678" custScaleY="101254" custLinFactY="-245448" custLinFactNeighborX="76237" custLinFactNeighborY="-300000">
        <dgm:presLayoutVars>
          <dgm:bulletEnabled val="1"/>
        </dgm:presLayoutVars>
      </dgm:prSet>
      <dgm:spPr/>
    </dgm:pt>
  </dgm:ptLst>
  <dgm:cxnLst>
    <dgm:cxn modelId="{F08C7201-ECC6-4DF6-A34D-F41837E75E88}" type="presOf" srcId="{EE97E9D0-9DCE-4258-82A6-4ECEB6DE814A}" destId="{875D0BAE-B1B5-44FF-84B8-BB72CD9C6356}" srcOrd="0" destOrd="0" presId="urn:microsoft.com/office/officeart/2005/8/layout/bProcess4"/>
    <dgm:cxn modelId="{C6426C02-70A3-4447-80FC-6772FF1B7674}" type="presOf" srcId="{1AA747B9-64C1-4D07-91C3-9498D3EB3A77}" destId="{9E4397D3-EF95-4E5D-8C29-2537074572BC}" srcOrd="0" destOrd="0" presId="urn:microsoft.com/office/officeart/2005/8/layout/bProcess4"/>
    <dgm:cxn modelId="{0B209D05-D099-4817-9083-51CC4977EFBC}" type="presOf" srcId="{616DC601-9555-474D-BE05-AFB77069B517}" destId="{FE4BA911-40FC-4567-96EF-454EAAD6F5FB}" srcOrd="0" destOrd="0" presId="urn:microsoft.com/office/officeart/2005/8/layout/bProcess4"/>
    <dgm:cxn modelId="{CC63FF0C-239F-4B74-BFE8-AC4F90632483}" type="presOf" srcId="{C9439A2B-7819-44C4-8F3B-BADF87F81890}" destId="{5355E643-8A91-44BC-8BC1-3700D26AE47B}" srcOrd="0" destOrd="0" presId="urn:microsoft.com/office/officeart/2005/8/layout/bProcess4"/>
    <dgm:cxn modelId="{F0FC2B0F-029A-487A-A98B-FDEC3BF32483}" srcId="{DB3565A2-7A04-4CB7-A4F6-BCB2C0213EC7}" destId="{53082749-8603-434D-BAB1-AC9275425170}" srcOrd="6" destOrd="0" parTransId="{11498796-D702-490A-BDC5-2D8409D199E3}" sibTransId="{90DB9365-0853-462C-BADC-9BC02E4A8D44}"/>
    <dgm:cxn modelId="{56B76213-29E6-4D7E-8472-9DD82816D7B9}" srcId="{DB3565A2-7A04-4CB7-A4F6-BCB2C0213EC7}" destId="{71BB5B9E-A56E-479D-B718-CEE2ED3868B7}" srcOrd="7" destOrd="0" parTransId="{371A7BBC-7BB6-4335-B824-AA8AFA7675F9}" sibTransId="{0E4E8F3F-E1E3-48DC-ACDE-923707909A76}"/>
    <dgm:cxn modelId="{AAB87515-DAF3-4039-B096-47E2A75FA71E}" type="presOf" srcId="{8CF09DC3-03F3-4042-B039-D07D18C5DD33}" destId="{93FB8FE3-B5E3-4380-8453-A4710863C407}" srcOrd="0" destOrd="0" presId="urn:microsoft.com/office/officeart/2005/8/layout/bProcess4"/>
    <dgm:cxn modelId="{4B917516-90F3-4581-B4A8-6BCE3FA95262}" srcId="{DB3565A2-7A04-4CB7-A4F6-BCB2C0213EC7}" destId="{EC66D6E2-089F-4786-B805-BF25A45B1DD9}" srcOrd="8" destOrd="0" parTransId="{CF813477-82CE-4559-BF87-AB7434554967}" sibTransId="{2D5B6070-278E-4FA9-BA93-EE2365925004}"/>
    <dgm:cxn modelId="{EE0C7C18-30B4-4AA6-AF0E-9636D578ED03}" srcId="{DB3565A2-7A04-4CB7-A4F6-BCB2C0213EC7}" destId="{23789386-D7C2-4AA4-8316-7623C996EC27}" srcOrd="4" destOrd="0" parTransId="{4753544A-4593-4D27-ACDD-78D2BF007394}" sibTransId="{48459CDB-0B04-4C18-9070-2E12ACE41A0C}"/>
    <dgm:cxn modelId="{2CEFA91B-51F9-4CF2-AE9C-723DFBCA5412}" srcId="{DB3565A2-7A04-4CB7-A4F6-BCB2C0213EC7}" destId="{168CA447-F428-4A67-8C1F-0BFFC5CB151A}" srcOrd="3" destOrd="0" parTransId="{F4F7B1F1-BF16-4B61-A6E0-922E3FB3C06A}" sibTransId="{C9439A2B-7819-44C4-8F3B-BADF87F81890}"/>
    <dgm:cxn modelId="{EF97001C-2F27-4FCC-A5DA-49CC407BB55F}" type="presOf" srcId="{DB3565A2-7A04-4CB7-A4F6-BCB2C0213EC7}" destId="{FC29B781-141F-44FD-817B-92FE8E0E69A6}" srcOrd="0" destOrd="0" presId="urn:microsoft.com/office/officeart/2005/8/layout/bProcess4"/>
    <dgm:cxn modelId="{4BA1FC1C-6843-4D1B-8244-A8B463185E0C}" type="presOf" srcId="{53082749-8603-434D-BAB1-AC9275425170}" destId="{83503FE0-C527-44C9-B9E2-B50651D76A47}" srcOrd="0" destOrd="0" presId="urn:microsoft.com/office/officeart/2005/8/layout/bProcess4"/>
    <dgm:cxn modelId="{AF7F621D-7F9D-49CF-9026-8CFF838EF2DB}" type="presOf" srcId="{90DB9365-0853-462C-BADC-9BC02E4A8D44}" destId="{8647C9D0-F5E0-4361-B31F-18ECCD064335}" srcOrd="0" destOrd="0" presId="urn:microsoft.com/office/officeart/2005/8/layout/bProcess4"/>
    <dgm:cxn modelId="{2A3AF41F-8C2D-4C21-8F59-5B8D3893E911}" type="presOf" srcId="{23789386-D7C2-4AA4-8316-7623C996EC27}" destId="{0BE452C1-86BD-419A-870E-226B8CF43F7A}" srcOrd="0" destOrd="0" presId="urn:microsoft.com/office/officeart/2005/8/layout/bProcess4"/>
    <dgm:cxn modelId="{4D7A612E-D101-4599-8EC6-04DB5F85E1BE}" srcId="{DB3565A2-7A04-4CB7-A4F6-BCB2C0213EC7}" destId="{1CE2E6C7-E4A3-43EE-91DD-66C1C2253390}" srcOrd="11" destOrd="0" parTransId="{220F4019-2B90-4E9A-B149-48E6E0A28968}" sibTransId="{5CF80C1A-67B5-49A5-8ECF-166E1C4AAF65}"/>
    <dgm:cxn modelId="{54F5F22F-F75F-4EDA-B5DD-0FA4F4FE248F}" type="presOf" srcId="{2D5B6070-278E-4FA9-BA93-EE2365925004}" destId="{2D9471E2-9728-46D9-A35D-B6169DC6DB7C}" srcOrd="0" destOrd="0" presId="urn:microsoft.com/office/officeart/2005/8/layout/bProcess4"/>
    <dgm:cxn modelId="{44200636-F274-4B71-A38D-76D646DE2860}" srcId="{DB3565A2-7A04-4CB7-A4F6-BCB2C0213EC7}" destId="{557A30B0-4964-4093-9E86-E2ECFF5172D3}" srcOrd="0" destOrd="0" parTransId="{BBB2B614-669E-481D-AE00-B3A420AA2FDE}" sibTransId="{8CF09DC3-03F3-4042-B039-D07D18C5DD33}"/>
    <dgm:cxn modelId="{3DCEB546-C5CF-41C4-94D7-EB28C6B008BB}" srcId="{DB3565A2-7A04-4CB7-A4F6-BCB2C0213EC7}" destId="{E50E60B1-218B-4B03-AAC3-3916A0490E62}" srcOrd="10" destOrd="0" parTransId="{106F75C2-8C3D-4216-9B4D-0154E38C36D1}" sibTransId="{090F4CAF-D97C-40A7-8E14-2B7B23C86463}"/>
    <dgm:cxn modelId="{8ED43D49-45D1-4170-8400-E4698F59CA40}" type="presOf" srcId="{48459CDB-0B04-4C18-9070-2E12ACE41A0C}" destId="{4A51C59F-119B-4CB9-8AFE-8EB5A13203A3}" srcOrd="0" destOrd="0" presId="urn:microsoft.com/office/officeart/2005/8/layout/bProcess4"/>
    <dgm:cxn modelId="{C113E64D-24F7-41F2-B185-7714C71264CF}" type="presOf" srcId="{EC66D6E2-089F-4786-B805-BF25A45B1DD9}" destId="{A8E3DD30-E394-4C59-B788-8AD441FFD1C1}" srcOrd="0" destOrd="0" presId="urn:microsoft.com/office/officeart/2005/8/layout/bProcess4"/>
    <dgm:cxn modelId="{190B5474-6227-4E2E-B9F0-F1A394AD40BD}" type="presOf" srcId="{E50E60B1-218B-4B03-AAC3-3916A0490E62}" destId="{A2537594-F387-4DB0-8FF7-F30EF77AC210}" srcOrd="0" destOrd="0" presId="urn:microsoft.com/office/officeart/2005/8/layout/bProcess4"/>
    <dgm:cxn modelId="{45168054-756C-4EA5-8575-94BF93A4150F}" type="presOf" srcId="{168CA447-F428-4A67-8C1F-0BFFC5CB151A}" destId="{DF0888F5-B8B1-4222-B5E6-5BCE83D3F191}" srcOrd="0" destOrd="0" presId="urn:microsoft.com/office/officeart/2005/8/layout/bProcess4"/>
    <dgm:cxn modelId="{D0FFE375-7629-4FF1-B6E2-F5A9C2BBCD19}" type="presOf" srcId="{0E4E8F3F-E1E3-48DC-ACDE-923707909A76}" destId="{0FCAC33F-C026-470D-A0EA-8210E6F08366}" srcOrd="0" destOrd="0" presId="urn:microsoft.com/office/officeart/2005/8/layout/bProcess4"/>
    <dgm:cxn modelId="{D9BF707C-8B07-4B08-8A35-C9E152FDAB1A}" srcId="{DB3565A2-7A04-4CB7-A4F6-BCB2C0213EC7}" destId="{5072B472-CF7F-43A3-839A-0305A9F6CE64}" srcOrd="1" destOrd="0" parTransId="{45C3641E-B808-4A1E-8455-3FB7D8C15D54}" sibTransId="{109C6AB4-F227-457C-97E9-2F33709AD4DA}"/>
    <dgm:cxn modelId="{5EA04187-6763-4C0E-9EE3-3F6FC51A39D3}" type="presOf" srcId="{557A30B0-4964-4093-9E86-E2ECFF5172D3}" destId="{BD42D823-6B65-4041-BCA7-ADE69EEF4328}" srcOrd="0" destOrd="0" presId="urn:microsoft.com/office/officeart/2005/8/layout/bProcess4"/>
    <dgm:cxn modelId="{648C6E8A-AAF0-4495-B7A8-AB660CFA2C63}" srcId="{DB3565A2-7A04-4CB7-A4F6-BCB2C0213EC7}" destId="{1AA747B9-64C1-4D07-91C3-9498D3EB3A77}" srcOrd="2" destOrd="0" parTransId="{1118F526-0B32-4B7A-B728-A377E8ED8BF6}" sibTransId="{284BC3BB-D9BE-4EC7-A078-BD8DC0266CD9}"/>
    <dgm:cxn modelId="{5BDDF1A7-C988-4EB3-BDE9-E533A4A87B8D}" type="presOf" srcId="{284BC3BB-D9BE-4EC7-A078-BD8DC0266CD9}" destId="{6110ACDC-3BFF-4F20-83D7-04CE0F180E83}" srcOrd="0" destOrd="0" presId="urn:microsoft.com/office/officeart/2005/8/layout/bProcess4"/>
    <dgm:cxn modelId="{372598B3-4B77-4830-8C5F-DBFC0E6D8649}" type="presOf" srcId="{1CE2E6C7-E4A3-43EE-91DD-66C1C2253390}" destId="{0DA85C74-A8FC-4883-ABD6-3C905F21C0A1}" srcOrd="0" destOrd="0" presId="urn:microsoft.com/office/officeart/2005/8/layout/bProcess4"/>
    <dgm:cxn modelId="{09BDC2B3-D6CA-4722-9AB6-33BFA15DBBED}" type="presOf" srcId="{71BB5B9E-A56E-479D-B718-CEE2ED3868B7}" destId="{8A3C8A52-09AC-46B7-8434-2031E5650DA2}" srcOrd="0" destOrd="0" presId="urn:microsoft.com/office/officeart/2005/8/layout/bProcess4"/>
    <dgm:cxn modelId="{CB9906CC-735D-4750-88B7-11CD5A391E8A}" type="presOf" srcId="{109C6AB4-F227-457C-97E9-2F33709AD4DA}" destId="{3E076004-CE63-430D-802E-AD4B230155BE}" srcOrd="0" destOrd="0" presId="urn:microsoft.com/office/officeart/2005/8/layout/bProcess4"/>
    <dgm:cxn modelId="{FB8C45D2-93B5-48E2-B743-5502081B5F48}" type="presOf" srcId="{5072B472-CF7F-43A3-839A-0305A9F6CE64}" destId="{3435ECEB-6CD3-48EC-B9C0-FCD342DD6EDF}" srcOrd="0" destOrd="0" presId="urn:microsoft.com/office/officeart/2005/8/layout/bProcess4"/>
    <dgm:cxn modelId="{DF120ADA-C754-4908-B573-6074E947556B}" type="presOf" srcId="{090F4CAF-D97C-40A7-8E14-2B7B23C86463}" destId="{BC5EA2B2-944E-4E59-BDAF-A500A96A71D1}" srcOrd="0" destOrd="0" presId="urn:microsoft.com/office/officeart/2005/8/layout/bProcess4"/>
    <dgm:cxn modelId="{1F4C0AE6-C8C7-43E6-BAC3-E9D1F9C6D239}" srcId="{DB3565A2-7A04-4CB7-A4F6-BCB2C0213EC7}" destId="{07B24C3C-00B4-4EA0-9CD5-1841A0A08227}" srcOrd="5" destOrd="0" parTransId="{2758A75C-FEB7-475A-A377-ED7D74B827A8}" sibTransId="{EE97E9D0-9DCE-4258-82A6-4ECEB6DE814A}"/>
    <dgm:cxn modelId="{05D877E8-85A0-46CB-BB0E-08B24801ECD9}" srcId="{DB3565A2-7A04-4CB7-A4F6-BCB2C0213EC7}" destId="{616DC601-9555-474D-BE05-AFB77069B517}" srcOrd="9" destOrd="0" parTransId="{4829DF28-B4EE-4CB1-85B9-29A79D96F7F1}" sibTransId="{45E1499D-6353-4111-B5AB-88BC694F303E}"/>
    <dgm:cxn modelId="{C12ED3F2-4019-4F93-A23D-377934C55E0B}" type="presOf" srcId="{07B24C3C-00B4-4EA0-9CD5-1841A0A08227}" destId="{1951B7C4-1BF4-404A-8889-3ABC8C0C4DA5}" srcOrd="0" destOrd="0" presId="urn:microsoft.com/office/officeart/2005/8/layout/bProcess4"/>
    <dgm:cxn modelId="{90B048FE-B23C-4A57-82FF-A4703A6F41F8}" type="presOf" srcId="{45E1499D-6353-4111-B5AB-88BC694F303E}" destId="{15C20F0F-0ACD-478E-B5B6-6498FDB41E13}" srcOrd="0" destOrd="0" presId="urn:microsoft.com/office/officeart/2005/8/layout/bProcess4"/>
    <dgm:cxn modelId="{968D8C44-28AD-4A8F-A170-07B521943DD6}" type="presParOf" srcId="{FC29B781-141F-44FD-817B-92FE8E0E69A6}" destId="{AAA23CC1-114E-46F3-B29E-5D66A7B77502}" srcOrd="0" destOrd="0" presId="urn:microsoft.com/office/officeart/2005/8/layout/bProcess4"/>
    <dgm:cxn modelId="{35BCE774-03A6-4BDF-A321-5E3319B37D89}" type="presParOf" srcId="{AAA23CC1-114E-46F3-B29E-5D66A7B77502}" destId="{2072ABFC-C0EC-448B-94B8-C2D448802A0A}" srcOrd="0" destOrd="0" presId="urn:microsoft.com/office/officeart/2005/8/layout/bProcess4"/>
    <dgm:cxn modelId="{0AF3B630-305D-49D0-803C-FA22FC728591}" type="presParOf" srcId="{AAA23CC1-114E-46F3-B29E-5D66A7B77502}" destId="{BD42D823-6B65-4041-BCA7-ADE69EEF4328}" srcOrd="1" destOrd="0" presId="urn:microsoft.com/office/officeart/2005/8/layout/bProcess4"/>
    <dgm:cxn modelId="{5A9EDD32-677B-4F03-BD5F-6F104491DA01}" type="presParOf" srcId="{FC29B781-141F-44FD-817B-92FE8E0E69A6}" destId="{93FB8FE3-B5E3-4380-8453-A4710863C407}" srcOrd="1" destOrd="0" presId="urn:microsoft.com/office/officeart/2005/8/layout/bProcess4"/>
    <dgm:cxn modelId="{F7F7AFBE-853B-4454-8555-362B6E5184EB}" type="presParOf" srcId="{FC29B781-141F-44FD-817B-92FE8E0E69A6}" destId="{06C4C25D-524B-42A4-A12F-865DE9F7D9E8}" srcOrd="2" destOrd="0" presId="urn:microsoft.com/office/officeart/2005/8/layout/bProcess4"/>
    <dgm:cxn modelId="{2F4D8260-B033-4936-B1FB-8E1AA181B00F}" type="presParOf" srcId="{06C4C25D-524B-42A4-A12F-865DE9F7D9E8}" destId="{57F7AC38-A153-4B14-945F-FFD7D42DB318}" srcOrd="0" destOrd="0" presId="urn:microsoft.com/office/officeart/2005/8/layout/bProcess4"/>
    <dgm:cxn modelId="{F551AAC6-EAF8-410D-920D-FD725D25A2DE}" type="presParOf" srcId="{06C4C25D-524B-42A4-A12F-865DE9F7D9E8}" destId="{3435ECEB-6CD3-48EC-B9C0-FCD342DD6EDF}" srcOrd="1" destOrd="0" presId="urn:microsoft.com/office/officeart/2005/8/layout/bProcess4"/>
    <dgm:cxn modelId="{10002F7C-E202-402B-871F-DAEC648CDB8E}" type="presParOf" srcId="{FC29B781-141F-44FD-817B-92FE8E0E69A6}" destId="{3E076004-CE63-430D-802E-AD4B230155BE}" srcOrd="3" destOrd="0" presId="urn:microsoft.com/office/officeart/2005/8/layout/bProcess4"/>
    <dgm:cxn modelId="{F4C40A2B-7802-4A91-9A73-6B437210FCDE}" type="presParOf" srcId="{FC29B781-141F-44FD-817B-92FE8E0E69A6}" destId="{AE175FE2-38AB-40AA-BAE4-6211AEA06D3E}" srcOrd="4" destOrd="0" presId="urn:microsoft.com/office/officeart/2005/8/layout/bProcess4"/>
    <dgm:cxn modelId="{78B76A5C-DA96-4E3A-9E1D-D007B9A8C9AE}" type="presParOf" srcId="{AE175FE2-38AB-40AA-BAE4-6211AEA06D3E}" destId="{C9EEC063-8498-43F9-89DB-965F5F15DAF1}" srcOrd="0" destOrd="0" presId="urn:microsoft.com/office/officeart/2005/8/layout/bProcess4"/>
    <dgm:cxn modelId="{2826B7A7-3201-45E6-B939-7F29EB26C89D}" type="presParOf" srcId="{AE175FE2-38AB-40AA-BAE4-6211AEA06D3E}" destId="{9E4397D3-EF95-4E5D-8C29-2537074572BC}" srcOrd="1" destOrd="0" presId="urn:microsoft.com/office/officeart/2005/8/layout/bProcess4"/>
    <dgm:cxn modelId="{A6840B30-1EAD-4F44-9745-00435F80E6BF}" type="presParOf" srcId="{FC29B781-141F-44FD-817B-92FE8E0E69A6}" destId="{6110ACDC-3BFF-4F20-83D7-04CE0F180E83}" srcOrd="5" destOrd="0" presId="urn:microsoft.com/office/officeart/2005/8/layout/bProcess4"/>
    <dgm:cxn modelId="{33D073DC-F97D-4138-B429-036176658C04}" type="presParOf" srcId="{FC29B781-141F-44FD-817B-92FE8E0E69A6}" destId="{47C26FCD-614A-459D-B2B1-F25E08F2855E}" srcOrd="6" destOrd="0" presId="urn:microsoft.com/office/officeart/2005/8/layout/bProcess4"/>
    <dgm:cxn modelId="{4418B685-5713-4C3C-BD27-CBB887131BB8}" type="presParOf" srcId="{47C26FCD-614A-459D-B2B1-F25E08F2855E}" destId="{35A5BF6A-2525-43E9-898E-8D342F20C409}" srcOrd="0" destOrd="0" presId="urn:microsoft.com/office/officeart/2005/8/layout/bProcess4"/>
    <dgm:cxn modelId="{6BA09FA2-EC9E-4F74-B819-7675ACC0096D}" type="presParOf" srcId="{47C26FCD-614A-459D-B2B1-F25E08F2855E}" destId="{DF0888F5-B8B1-4222-B5E6-5BCE83D3F191}" srcOrd="1" destOrd="0" presId="urn:microsoft.com/office/officeart/2005/8/layout/bProcess4"/>
    <dgm:cxn modelId="{A15092E7-28E2-4EF7-ACE5-2799C93993B9}" type="presParOf" srcId="{FC29B781-141F-44FD-817B-92FE8E0E69A6}" destId="{5355E643-8A91-44BC-8BC1-3700D26AE47B}" srcOrd="7" destOrd="0" presId="urn:microsoft.com/office/officeart/2005/8/layout/bProcess4"/>
    <dgm:cxn modelId="{0D3BBE5C-A6F5-4EBE-9091-6995350BF16E}" type="presParOf" srcId="{FC29B781-141F-44FD-817B-92FE8E0E69A6}" destId="{939EE44C-7D52-44E2-978E-879062B2A7B3}" srcOrd="8" destOrd="0" presId="urn:microsoft.com/office/officeart/2005/8/layout/bProcess4"/>
    <dgm:cxn modelId="{24A39CE6-11F9-4D16-9651-4F7CD6D9F866}" type="presParOf" srcId="{939EE44C-7D52-44E2-978E-879062B2A7B3}" destId="{C2D91E4D-FE03-439F-8DCD-1336952F3ACA}" srcOrd="0" destOrd="0" presId="urn:microsoft.com/office/officeart/2005/8/layout/bProcess4"/>
    <dgm:cxn modelId="{F7A1E27E-8C35-498B-875A-5CC2B472D1BE}" type="presParOf" srcId="{939EE44C-7D52-44E2-978E-879062B2A7B3}" destId="{0BE452C1-86BD-419A-870E-226B8CF43F7A}" srcOrd="1" destOrd="0" presId="urn:microsoft.com/office/officeart/2005/8/layout/bProcess4"/>
    <dgm:cxn modelId="{5368CD70-C34E-416E-B959-39F75F2CC4EB}" type="presParOf" srcId="{FC29B781-141F-44FD-817B-92FE8E0E69A6}" destId="{4A51C59F-119B-4CB9-8AFE-8EB5A13203A3}" srcOrd="9" destOrd="0" presId="urn:microsoft.com/office/officeart/2005/8/layout/bProcess4"/>
    <dgm:cxn modelId="{BCE18972-DF41-4379-8C7F-9C94BF8E1662}" type="presParOf" srcId="{FC29B781-141F-44FD-817B-92FE8E0E69A6}" destId="{F710D723-EF93-4A57-AA1D-7DAAD2B6860D}" srcOrd="10" destOrd="0" presId="urn:microsoft.com/office/officeart/2005/8/layout/bProcess4"/>
    <dgm:cxn modelId="{121B39FD-8CC9-45C9-8D1A-C736E19AC661}" type="presParOf" srcId="{F710D723-EF93-4A57-AA1D-7DAAD2B6860D}" destId="{E49D5B0F-365A-4C25-866D-F92B21211E57}" srcOrd="0" destOrd="0" presId="urn:microsoft.com/office/officeart/2005/8/layout/bProcess4"/>
    <dgm:cxn modelId="{6785435B-F6B6-41AC-B58F-8D41762812B1}" type="presParOf" srcId="{F710D723-EF93-4A57-AA1D-7DAAD2B6860D}" destId="{1951B7C4-1BF4-404A-8889-3ABC8C0C4DA5}" srcOrd="1" destOrd="0" presId="urn:microsoft.com/office/officeart/2005/8/layout/bProcess4"/>
    <dgm:cxn modelId="{C5BC6092-45F9-4720-90D9-02FB7F4030FE}" type="presParOf" srcId="{FC29B781-141F-44FD-817B-92FE8E0E69A6}" destId="{875D0BAE-B1B5-44FF-84B8-BB72CD9C6356}" srcOrd="11" destOrd="0" presId="urn:microsoft.com/office/officeart/2005/8/layout/bProcess4"/>
    <dgm:cxn modelId="{92DB23DB-1279-479C-A667-3DCEDEE1F6AA}" type="presParOf" srcId="{FC29B781-141F-44FD-817B-92FE8E0E69A6}" destId="{AF5C7C85-F69E-4CC3-936A-1D6FE5C56E83}" srcOrd="12" destOrd="0" presId="urn:microsoft.com/office/officeart/2005/8/layout/bProcess4"/>
    <dgm:cxn modelId="{3D6C7A55-ACD0-4F8A-8D31-02BAD7B54206}" type="presParOf" srcId="{AF5C7C85-F69E-4CC3-936A-1D6FE5C56E83}" destId="{F7C430C4-4A8F-413F-A1CC-073EE407916B}" srcOrd="0" destOrd="0" presId="urn:microsoft.com/office/officeart/2005/8/layout/bProcess4"/>
    <dgm:cxn modelId="{A9105E75-0C2C-4918-9ECF-750C38BFDAF4}" type="presParOf" srcId="{AF5C7C85-F69E-4CC3-936A-1D6FE5C56E83}" destId="{83503FE0-C527-44C9-B9E2-B50651D76A47}" srcOrd="1" destOrd="0" presId="urn:microsoft.com/office/officeart/2005/8/layout/bProcess4"/>
    <dgm:cxn modelId="{F8584DB2-FD1B-436A-BB95-E77BA38D093A}" type="presParOf" srcId="{FC29B781-141F-44FD-817B-92FE8E0E69A6}" destId="{8647C9D0-F5E0-4361-B31F-18ECCD064335}" srcOrd="13" destOrd="0" presId="urn:microsoft.com/office/officeart/2005/8/layout/bProcess4"/>
    <dgm:cxn modelId="{7CDC350E-986C-4B94-8E7A-831B9993989E}" type="presParOf" srcId="{FC29B781-141F-44FD-817B-92FE8E0E69A6}" destId="{CAB1F693-8543-4D58-8D7C-663180549630}" srcOrd="14" destOrd="0" presId="urn:microsoft.com/office/officeart/2005/8/layout/bProcess4"/>
    <dgm:cxn modelId="{8DC44AE8-D7A8-49F8-9396-AD31971299E8}" type="presParOf" srcId="{CAB1F693-8543-4D58-8D7C-663180549630}" destId="{D4EC4D13-2850-446C-A2C1-A1971938F45F}" srcOrd="0" destOrd="0" presId="urn:microsoft.com/office/officeart/2005/8/layout/bProcess4"/>
    <dgm:cxn modelId="{D502C26D-4C1C-4F44-8F71-9DF551B8E3EC}" type="presParOf" srcId="{CAB1F693-8543-4D58-8D7C-663180549630}" destId="{8A3C8A52-09AC-46B7-8434-2031E5650DA2}" srcOrd="1" destOrd="0" presId="urn:microsoft.com/office/officeart/2005/8/layout/bProcess4"/>
    <dgm:cxn modelId="{A39A4CF6-1AA1-4713-9AAF-6CFD5F48C10F}" type="presParOf" srcId="{FC29B781-141F-44FD-817B-92FE8E0E69A6}" destId="{0FCAC33F-C026-470D-A0EA-8210E6F08366}" srcOrd="15" destOrd="0" presId="urn:microsoft.com/office/officeart/2005/8/layout/bProcess4"/>
    <dgm:cxn modelId="{2C70A795-A256-403D-91D2-FEE90B482609}" type="presParOf" srcId="{FC29B781-141F-44FD-817B-92FE8E0E69A6}" destId="{EA6D5BBD-C461-4DAA-8E45-5D0E02542668}" srcOrd="16" destOrd="0" presId="urn:microsoft.com/office/officeart/2005/8/layout/bProcess4"/>
    <dgm:cxn modelId="{900B17DC-4D5D-4EB0-918E-578657828D4F}" type="presParOf" srcId="{EA6D5BBD-C461-4DAA-8E45-5D0E02542668}" destId="{3530D94F-C80D-42D9-AF3C-C61CF4CEBFBB}" srcOrd="0" destOrd="0" presId="urn:microsoft.com/office/officeart/2005/8/layout/bProcess4"/>
    <dgm:cxn modelId="{F19113AE-29CB-4B46-A043-46C071EC1841}" type="presParOf" srcId="{EA6D5BBD-C461-4DAA-8E45-5D0E02542668}" destId="{A8E3DD30-E394-4C59-B788-8AD441FFD1C1}" srcOrd="1" destOrd="0" presId="urn:microsoft.com/office/officeart/2005/8/layout/bProcess4"/>
    <dgm:cxn modelId="{C49C006B-CB0C-4129-B1C2-1F86F3B89651}" type="presParOf" srcId="{FC29B781-141F-44FD-817B-92FE8E0E69A6}" destId="{2D9471E2-9728-46D9-A35D-B6169DC6DB7C}" srcOrd="17" destOrd="0" presId="urn:microsoft.com/office/officeart/2005/8/layout/bProcess4"/>
    <dgm:cxn modelId="{F5DE201D-E743-4C58-86E4-6DADF83CB565}" type="presParOf" srcId="{FC29B781-141F-44FD-817B-92FE8E0E69A6}" destId="{962D8EE9-AD1D-4B27-B1B7-E6250D920CEA}" srcOrd="18" destOrd="0" presId="urn:microsoft.com/office/officeart/2005/8/layout/bProcess4"/>
    <dgm:cxn modelId="{E120E0BC-FF59-474D-8E3C-7D15ED649565}" type="presParOf" srcId="{962D8EE9-AD1D-4B27-B1B7-E6250D920CEA}" destId="{AC8F67AB-84AF-4252-A009-05C2ABB8969F}" srcOrd="0" destOrd="0" presId="urn:microsoft.com/office/officeart/2005/8/layout/bProcess4"/>
    <dgm:cxn modelId="{C4DD569D-6B4C-4297-96EC-E70C123D91B7}" type="presParOf" srcId="{962D8EE9-AD1D-4B27-B1B7-E6250D920CEA}" destId="{FE4BA911-40FC-4567-96EF-454EAAD6F5FB}" srcOrd="1" destOrd="0" presId="urn:microsoft.com/office/officeart/2005/8/layout/bProcess4"/>
    <dgm:cxn modelId="{C2D7C1C9-76E7-49C7-900E-E5C4B944C825}" type="presParOf" srcId="{FC29B781-141F-44FD-817B-92FE8E0E69A6}" destId="{15C20F0F-0ACD-478E-B5B6-6498FDB41E13}" srcOrd="19" destOrd="0" presId="urn:microsoft.com/office/officeart/2005/8/layout/bProcess4"/>
    <dgm:cxn modelId="{49B51406-CE75-4341-8C3F-3F114D47BA63}" type="presParOf" srcId="{FC29B781-141F-44FD-817B-92FE8E0E69A6}" destId="{7DE7CB35-B441-4A8E-9302-721E82771BCB}" srcOrd="20" destOrd="0" presId="urn:microsoft.com/office/officeart/2005/8/layout/bProcess4"/>
    <dgm:cxn modelId="{1D7325DE-EFB0-4556-B13E-93D41F06A0D6}" type="presParOf" srcId="{7DE7CB35-B441-4A8E-9302-721E82771BCB}" destId="{0D8D7683-ACBA-46D4-9705-F8EBBCE85429}" srcOrd="0" destOrd="0" presId="urn:microsoft.com/office/officeart/2005/8/layout/bProcess4"/>
    <dgm:cxn modelId="{DE13FC2A-5F6D-4F70-870C-B2CCDDF82730}" type="presParOf" srcId="{7DE7CB35-B441-4A8E-9302-721E82771BCB}" destId="{A2537594-F387-4DB0-8FF7-F30EF77AC210}" srcOrd="1" destOrd="0" presId="urn:microsoft.com/office/officeart/2005/8/layout/bProcess4"/>
    <dgm:cxn modelId="{D8582587-7E20-43F4-B34A-3109C6FE726D}" type="presParOf" srcId="{FC29B781-141F-44FD-817B-92FE8E0E69A6}" destId="{BC5EA2B2-944E-4E59-BDAF-A500A96A71D1}" srcOrd="21" destOrd="0" presId="urn:microsoft.com/office/officeart/2005/8/layout/bProcess4"/>
    <dgm:cxn modelId="{4F57A595-49C8-4A3F-BC42-6753F62064A3}" type="presParOf" srcId="{FC29B781-141F-44FD-817B-92FE8E0E69A6}" destId="{D9E16FD5-7455-4982-BFA1-28EBBF20C2F5}" srcOrd="22" destOrd="0" presId="urn:microsoft.com/office/officeart/2005/8/layout/bProcess4"/>
    <dgm:cxn modelId="{43A2BBD7-4460-475B-969B-78461A07C783}" type="presParOf" srcId="{D9E16FD5-7455-4982-BFA1-28EBBF20C2F5}" destId="{EAFA80B5-ABDC-49FD-B6B9-D14E90433935}" srcOrd="0" destOrd="0" presId="urn:microsoft.com/office/officeart/2005/8/layout/bProcess4"/>
    <dgm:cxn modelId="{4AA61B22-385E-43B7-83D5-4306C1764904}" type="presParOf" srcId="{D9E16FD5-7455-4982-BFA1-28EBBF20C2F5}" destId="{0DA85C74-A8FC-4883-ABD6-3C905F21C0A1}" srcOrd="1" destOrd="0" presId="urn:microsoft.com/office/officeart/2005/8/layout/b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FB8FE3-B5E3-4380-8453-A4710863C407}">
      <dsp:nvSpPr>
        <dsp:cNvPr id="0" name=""/>
        <dsp:cNvSpPr/>
      </dsp:nvSpPr>
      <dsp:spPr>
        <a:xfrm rot="5400000">
          <a:off x="532704" y="1145518"/>
          <a:ext cx="1791225" cy="215918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42D823-6B65-4041-BCA7-ADE69EEF4328}">
      <dsp:nvSpPr>
        <dsp:cNvPr id="0" name=""/>
        <dsp:cNvSpPr/>
      </dsp:nvSpPr>
      <dsp:spPr>
        <a:xfrm>
          <a:off x="944451" y="1901"/>
          <a:ext cx="2399094" cy="143945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Requestor completed Level 1 MOC form &amp; Appendix A to identify action items</a:t>
          </a:r>
        </a:p>
      </dsp:txBody>
      <dsp:txXfrm>
        <a:off x="986611" y="44061"/>
        <a:ext cx="2314774" cy="1355136"/>
      </dsp:txXfrm>
    </dsp:sp>
    <dsp:sp modelId="{3E076004-CE63-430D-802E-AD4B230155BE}">
      <dsp:nvSpPr>
        <dsp:cNvPr id="0" name=""/>
        <dsp:cNvSpPr/>
      </dsp:nvSpPr>
      <dsp:spPr>
        <a:xfrm rot="5400000">
          <a:off x="532704" y="2944838"/>
          <a:ext cx="1791225" cy="215918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35ECEB-6CD3-48EC-B9C0-FCD342DD6EDF}">
      <dsp:nvSpPr>
        <dsp:cNvPr id="0" name=""/>
        <dsp:cNvSpPr/>
      </dsp:nvSpPr>
      <dsp:spPr>
        <a:xfrm>
          <a:off x="944451" y="1801221"/>
          <a:ext cx="2399094" cy="143945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Requestor attaches / provides additional information, specifications, drawings, etc. on the change</a:t>
          </a:r>
        </a:p>
      </dsp:txBody>
      <dsp:txXfrm>
        <a:off x="986611" y="1843381"/>
        <a:ext cx="2314774" cy="1355136"/>
      </dsp:txXfrm>
    </dsp:sp>
    <dsp:sp modelId="{6110ACDC-3BFF-4F20-83D7-04CE0F180E83}">
      <dsp:nvSpPr>
        <dsp:cNvPr id="0" name=""/>
        <dsp:cNvSpPr/>
      </dsp:nvSpPr>
      <dsp:spPr>
        <a:xfrm>
          <a:off x="1432364" y="3844499"/>
          <a:ext cx="3182700" cy="215918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4397D3-EF95-4E5D-8C29-2537074572BC}">
      <dsp:nvSpPr>
        <dsp:cNvPr id="0" name=""/>
        <dsp:cNvSpPr/>
      </dsp:nvSpPr>
      <dsp:spPr>
        <a:xfrm>
          <a:off x="944451" y="3600542"/>
          <a:ext cx="2399094" cy="143945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Requestor gets approval from a Manager (typically Domingo or Tony)</a:t>
          </a:r>
        </a:p>
      </dsp:txBody>
      <dsp:txXfrm>
        <a:off x="986611" y="3642702"/>
        <a:ext cx="2314774" cy="1355136"/>
      </dsp:txXfrm>
    </dsp:sp>
    <dsp:sp modelId="{5355E643-8A91-44BC-8BC1-3700D26AE47B}">
      <dsp:nvSpPr>
        <dsp:cNvPr id="0" name=""/>
        <dsp:cNvSpPr/>
      </dsp:nvSpPr>
      <dsp:spPr>
        <a:xfrm rot="16200000">
          <a:off x="3723499" y="2944838"/>
          <a:ext cx="1791225" cy="215918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0888F5-B8B1-4222-B5E6-5BCE83D3F191}">
      <dsp:nvSpPr>
        <dsp:cNvPr id="0" name=""/>
        <dsp:cNvSpPr/>
      </dsp:nvSpPr>
      <dsp:spPr>
        <a:xfrm>
          <a:off x="4135246" y="3600542"/>
          <a:ext cx="2399094" cy="143945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Requestor gets approval from Process Safety and a MOC # is assigned</a:t>
          </a:r>
        </a:p>
      </dsp:txBody>
      <dsp:txXfrm>
        <a:off x="4177406" y="3642702"/>
        <a:ext cx="2314774" cy="1355136"/>
      </dsp:txXfrm>
    </dsp:sp>
    <dsp:sp modelId="{4A51C59F-119B-4CB9-8AFE-8EB5A13203A3}">
      <dsp:nvSpPr>
        <dsp:cNvPr id="0" name=""/>
        <dsp:cNvSpPr/>
      </dsp:nvSpPr>
      <dsp:spPr>
        <a:xfrm rot="16200000">
          <a:off x="3723499" y="1145518"/>
          <a:ext cx="1791225" cy="215918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E452C1-86BD-419A-870E-226B8CF43F7A}">
      <dsp:nvSpPr>
        <dsp:cNvPr id="0" name=""/>
        <dsp:cNvSpPr/>
      </dsp:nvSpPr>
      <dsp:spPr>
        <a:xfrm>
          <a:off x="4135246" y="1801221"/>
          <a:ext cx="2399094" cy="143945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Implement the change &amp; close actions</a:t>
          </a:r>
        </a:p>
      </dsp:txBody>
      <dsp:txXfrm>
        <a:off x="4177406" y="1843381"/>
        <a:ext cx="2314774" cy="1355136"/>
      </dsp:txXfrm>
    </dsp:sp>
    <dsp:sp modelId="{8647C9D0-F5E0-4361-B31F-18ECCD064335}">
      <dsp:nvSpPr>
        <dsp:cNvPr id="0" name=""/>
        <dsp:cNvSpPr/>
      </dsp:nvSpPr>
      <dsp:spPr>
        <a:xfrm>
          <a:off x="4623159" y="245857"/>
          <a:ext cx="3182700" cy="215918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503FE0-C527-44C9-B9E2-B50651D76A47}">
      <dsp:nvSpPr>
        <dsp:cNvPr id="0" name=""/>
        <dsp:cNvSpPr/>
      </dsp:nvSpPr>
      <dsp:spPr>
        <a:xfrm>
          <a:off x="4135246" y="1901"/>
          <a:ext cx="2399094" cy="143945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Requestor confirms Action items are closed and completes Part 2 of form</a:t>
          </a:r>
        </a:p>
      </dsp:txBody>
      <dsp:txXfrm>
        <a:off x="4177406" y="44061"/>
        <a:ext cx="2314774" cy="1355136"/>
      </dsp:txXfrm>
    </dsp:sp>
    <dsp:sp modelId="{0FCAC33F-C026-470D-A0EA-8210E6F08366}">
      <dsp:nvSpPr>
        <dsp:cNvPr id="0" name=""/>
        <dsp:cNvSpPr/>
      </dsp:nvSpPr>
      <dsp:spPr>
        <a:xfrm rot="5400000">
          <a:off x="6914294" y="1145518"/>
          <a:ext cx="1791225" cy="215918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3C8A52-09AC-46B7-8434-2031E5650DA2}">
      <dsp:nvSpPr>
        <dsp:cNvPr id="0" name=""/>
        <dsp:cNvSpPr/>
      </dsp:nvSpPr>
      <dsp:spPr>
        <a:xfrm>
          <a:off x="7326041" y="1901"/>
          <a:ext cx="2399094" cy="143945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Requestor provides folder / documentation to Process Safety</a:t>
          </a:r>
        </a:p>
      </dsp:txBody>
      <dsp:txXfrm>
        <a:off x="7368201" y="44061"/>
        <a:ext cx="2314774" cy="1355136"/>
      </dsp:txXfrm>
    </dsp:sp>
    <dsp:sp modelId="{2D9471E2-9728-46D9-A35D-B6169DC6DB7C}">
      <dsp:nvSpPr>
        <dsp:cNvPr id="0" name=""/>
        <dsp:cNvSpPr/>
      </dsp:nvSpPr>
      <dsp:spPr>
        <a:xfrm rot="5400000">
          <a:off x="6914294" y="2944838"/>
          <a:ext cx="1791225" cy="215918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E3DD30-E394-4C59-B788-8AD441FFD1C1}">
      <dsp:nvSpPr>
        <dsp:cNvPr id="0" name=""/>
        <dsp:cNvSpPr/>
      </dsp:nvSpPr>
      <dsp:spPr>
        <a:xfrm>
          <a:off x="7326041" y="1801221"/>
          <a:ext cx="2399094" cy="143945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Process Safety confirms all documentation is correct</a:t>
          </a:r>
        </a:p>
      </dsp:txBody>
      <dsp:txXfrm>
        <a:off x="7368201" y="1843381"/>
        <a:ext cx="2314774" cy="1355136"/>
      </dsp:txXfrm>
    </dsp:sp>
    <dsp:sp modelId="{0DA85C74-A8FC-4883-ABD6-3C905F21C0A1}">
      <dsp:nvSpPr>
        <dsp:cNvPr id="0" name=""/>
        <dsp:cNvSpPr/>
      </dsp:nvSpPr>
      <dsp:spPr>
        <a:xfrm>
          <a:off x="7326041" y="3600542"/>
          <a:ext cx="2399094" cy="143945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Process Safety Closes MOC</a:t>
          </a:r>
        </a:p>
      </dsp:txBody>
      <dsp:txXfrm>
        <a:off x="7368201" y="3642702"/>
        <a:ext cx="2314774" cy="135513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FB8FE3-B5E3-4380-8453-A4710863C407}">
      <dsp:nvSpPr>
        <dsp:cNvPr id="0" name=""/>
        <dsp:cNvSpPr/>
      </dsp:nvSpPr>
      <dsp:spPr>
        <a:xfrm rot="5380583">
          <a:off x="335851" y="1668525"/>
          <a:ext cx="1640996" cy="119678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42D823-6B65-4041-BCA7-ADE69EEF4328}">
      <dsp:nvSpPr>
        <dsp:cNvPr id="0" name=""/>
        <dsp:cNvSpPr/>
      </dsp:nvSpPr>
      <dsp:spPr>
        <a:xfrm>
          <a:off x="225701" y="520231"/>
          <a:ext cx="2637220" cy="118327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Requestor completed Level 2 – Part 1 MOC form &amp; Appendix A to identify action items</a:t>
          </a:r>
        </a:p>
      </dsp:txBody>
      <dsp:txXfrm>
        <a:off x="260358" y="554888"/>
        <a:ext cx="2567906" cy="1113962"/>
      </dsp:txXfrm>
    </dsp:sp>
    <dsp:sp modelId="{3E076004-CE63-430D-802E-AD4B230155BE}">
      <dsp:nvSpPr>
        <dsp:cNvPr id="0" name=""/>
        <dsp:cNvSpPr/>
      </dsp:nvSpPr>
      <dsp:spPr>
        <a:xfrm rot="5419487">
          <a:off x="98900" y="3552857"/>
          <a:ext cx="2120666" cy="119678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35ECEB-6CD3-48EC-B9C0-FCD342DD6EDF}">
      <dsp:nvSpPr>
        <dsp:cNvPr id="0" name=""/>
        <dsp:cNvSpPr/>
      </dsp:nvSpPr>
      <dsp:spPr>
        <a:xfrm>
          <a:off x="227376" y="2089358"/>
          <a:ext cx="2669347" cy="132696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Requestor attaches / provides additional information, specifications, drawings, etc. on the change</a:t>
          </a:r>
        </a:p>
      </dsp:txBody>
      <dsp:txXfrm>
        <a:off x="266241" y="2128223"/>
        <a:ext cx="2591617" cy="1249232"/>
      </dsp:txXfrm>
    </dsp:sp>
    <dsp:sp modelId="{6110ACDC-3BFF-4F20-83D7-04CE0F180E83}">
      <dsp:nvSpPr>
        <dsp:cNvPr id="0" name=""/>
        <dsp:cNvSpPr/>
      </dsp:nvSpPr>
      <dsp:spPr>
        <a:xfrm rot="28739">
          <a:off x="1153173" y="4635650"/>
          <a:ext cx="2870707" cy="119678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4397D3-EF95-4E5D-8C29-2537074572BC}">
      <dsp:nvSpPr>
        <dsp:cNvPr id="0" name=""/>
        <dsp:cNvSpPr/>
      </dsp:nvSpPr>
      <dsp:spPr>
        <a:xfrm>
          <a:off x="205395" y="3897595"/>
          <a:ext cx="2689266" cy="196929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Requestor gets approval from both Production &amp; Technical Managers.  Technical Manager also complete Appendix B on other documentation needed.</a:t>
          </a:r>
        </a:p>
      </dsp:txBody>
      <dsp:txXfrm>
        <a:off x="263074" y="3955274"/>
        <a:ext cx="2573908" cy="1853934"/>
      </dsp:txXfrm>
    </dsp:sp>
    <dsp:sp modelId="{5355E643-8A91-44BC-8BC1-3700D26AE47B}">
      <dsp:nvSpPr>
        <dsp:cNvPr id="0" name=""/>
        <dsp:cNvSpPr/>
      </dsp:nvSpPr>
      <dsp:spPr>
        <a:xfrm rot="16168115">
          <a:off x="3148192" y="3772551"/>
          <a:ext cx="1743403" cy="119678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0888F5-B8B1-4222-B5E6-5BCE83D3F191}">
      <dsp:nvSpPr>
        <dsp:cNvPr id="0" name=""/>
        <dsp:cNvSpPr/>
      </dsp:nvSpPr>
      <dsp:spPr>
        <a:xfrm>
          <a:off x="3125309" y="4265982"/>
          <a:ext cx="2598949" cy="129099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Process Safety assigns MOC # and schedules PHA if needed.</a:t>
          </a:r>
        </a:p>
      </dsp:txBody>
      <dsp:txXfrm>
        <a:off x="3163121" y="4303794"/>
        <a:ext cx="2523325" cy="1215370"/>
      </dsp:txXfrm>
    </dsp:sp>
    <dsp:sp modelId="{4A51C59F-119B-4CB9-8AFE-8EB5A13203A3}">
      <dsp:nvSpPr>
        <dsp:cNvPr id="0" name=""/>
        <dsp:cNvSpPr/>
      </dsp:nvSpPr>
      <dsp:spPr>
        <a:xfrm rot="16093225">
          <a:off x="3036315" y="1947046"/>
          <a:ext cx="1892225" cy="119678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E452C1-86BD-419A-870E-226B8CF43F7A}">
      <dsp:nvSpPr>
        <dsp:cNvPr id="0" name=""/>
        <dsp:cNvSpPr/>
      </dsp:nvSpPr>
      <dsp:spPr>
        <a:xfrm>
          <a:off x="3109139" y="2391451"/>
          <a:ext cx="2598949" cy="153834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Part 2 starts – Requestor completes detailed design of change and seeks approval with associated documentation.</a:t>
          </a:r>
        </a:p>
      </dsp:txBody>
      <dsp:txXfrm>
        <a:off x="3154196" y="2436508"/>
        <a:ext cx="2508835" cy="1448232"/>
      </dsp:txXfrm>
    </dsp:sp>
    <dsp:sp modelId="{875D0BAE-B1B5-44FF-84B8-BB72CD9C6356}">
      <dsp:nvSpPr>
        <dsp:cNvPr id="0" name=""/>
        <dsp:cNvSpPr/>
      </dsp:nvSpPr>
      <dsp:spPr>
        <a:xfrm rot="656">
          <a:off x="3957160" y="997791"/>
          <a:ext cx="2863518" cy="119678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51B7C4-1BF4-404A-8889-3ABC8C0C4DA5}">
      <dsp:nvSpPr>
        <dsp:cNvPr id="0" name=""/>
        <dsp:cNvSpPr/>
      </dsp:nvSpPr>
      <dsp:spPr>
        <a:xfrm>
          <a:off x="3061301" y="533723"/>
          <a:ext cx="2577101" cy="14552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Approval to proceed granted by MOC Requestor, Production Manager, Technical Manager, Maintenance Manager, &amp; EHS Manager.</a:t>
          </a:r>
        </a:p>
      </dsp:txBody>
      <dsp:txXfrm>
        <a:off x="3103924" y="576346"/>
        <a:ext cx="2491855" cy="1370003"/>
      </dsp:txXfrm>
    </dsp:sp>
    <dsp:sp modelId="{8647C9D0-F5E0-4361-B31F-18ECCD064335}">
      <dsp:nvSpPr>
        <dsp:cNvPr id="0" name=""/>
        <dsp:cNvSpPr/>
      </dsp:nvSpPr>
      <dsp:spPr>
        <a:xfrm rot="5384330">
          <a:off x="6101479" y="1727808"/>
          <a:ext cx="1459501" cy="119678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503FE0-C527-44C9-B9E2-B50651D76A47}">
      <dsp:nvSpPr>
        <dsp:cNvPr id="0" name=""/>
        <dsp:cNvSpPr/>
      </dsp:nvSpPr>
      <dsp:spPr>
        <a:xfrm>
          <a:off x="6089377" y="695185"/>
          <a:ext cx="2263437" cy="113341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Implement Change &amp; conduct PSSR if required</a:t>
          </a:r>
        </a:p>
      </dsp:txBody>
      <dsp:txXfrm>
        <a:off x="6122574" y="728382"/>
        <a:ext cx="2197043" cy="1067024"/>
      </dsp:txXfrm>
    </dsp:sp>
    <dsp:sp modelId="{0FCAC33F-C026-470D-A0EA-8210E6F08366}">
      <dsp:nvSpPr>
        <dsp:cNvPr id="0" name=""/>
        <dsp:cNvSpPr/>
      </dsp:nvSpPr>
      <dsp:spPr>
        <a:xfrm rot="5450393">
          <a:off x="5938059" y="3348106"/>
          <a:ext cx="1774431" cy="119678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3C8A52-09AC-46B7-8434-2031E5650DA2}">
      <dsp:nvSpPr>
        <dsp:cNvPr id="0" name=""/>
        <dsp:cNvSpPr/>
      </dsp:nvSpPr>
      <dsp:spPr>
        <a:xfrm>
          <a:off x="6068779" y="2075883"/>
          <a:ext cx="2332611" cy="129099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Part 3 Starts – Production Manager approves operation of change &amp; commissioning of equipment is started.</a:t>
          </a:r>
        </a:p>
      </dsp:txBody>
      <dsp:txXfrm>
        <a:off x="6106591" y="2113695"/>
        <a:ext cx="2256987" cy="1215370"/>
      </dsp:txXfrm>
    </dsp:sp>
    <dsp:sp modelId="{2D9471E2-9728-46D9-A35D-B6169DC6DB7C}">
      <dsp:nvSpPr>
        <dsp:cNvPr id="0" name=""/>
        <dsp:cNvSpPr/>
      </dsp:nvSpPr>
      <dsp:spPr>
        <a:xfrm rot="23945">
          <a:off x="6815980" y="4247514"/>
          <a:ext cx="2542039" cy="119678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E3DD30-E394-4C59-B788-8AD441FFD1C1}">
      <dsp:nvSpPr>
        <dsp:cNvPr id="0" name=""/>
        <dsp:cNvSpPr/>
      </dsp:nvSpPr>
      <dsp:spPr>
        <a:xfrm>
          <a:off x="6037204" y="3856993"/>
          <a:ext cx="2343742" cy="129099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Requestor confirms Action items are closed and completes Part 4 of form</a:t>
          </a:r>
        </a:p>
      </dsp:txBody>
      <dsp:txXfrm>
        <a:off x="6075016" y="3894805"/>
        <a:ext cx="2268118" cy="1215370"/>
      </dsp:txXfrm>
    </dsp:sp>
    <dsp:sp modelId="{15C20F0F-0ACD-478E-B5B6-6498FDB41E13}">
      <dsp:nvSpPr>
        <dsp:cNvPr id="0" name=""/>
        <dsp:cNvSpPr/>
      </dsp:nvSpPr>
      <dsp:spPr>
        <a:xfrm rot="16204839">
          <a:off x="8452338" y="3349440"/>
          <a:ext cx="1813854" cy="119678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4BA911-40FC-4567-96EF-454EAAD6F5FB}">
      <dsp:nvSpPr>
        <dsp:cNvPr id="0" name=""/>
        <dsp:cNvSpPr/>
      </dsp:nvSpPr>
      <dsp:spPr>
        <a:xfrm>
          <a:off x="8833291" y="3574065"/>
          <a:ext cx="1843007" cy="19023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If temporary, Requestor confirms equipment &amp; documentation are reverted back to state prior to MOC.</a:t>
          </a:r>
        </a:p>
      </dsp:txBody>
      <dsp:txXfrm>
        <a:off x="8887271" y="3628045"/>
        <a:ext cx="1735047" cy="1794424"/>
      </dsp:txXfrm>
    </dsp:sp>
    <dsp:sp modelId="{BC5EA2B2-944E-4E59-BDAF-A500A96A71D1}">
      <dsp:nvSpPr>
        <dsp:cNvPr id="0" name=""/>
        <dsp:cNvSpPr/>
      </dsp:nvSpPr>
      <dsp:spPr>
        <a:xfrm rot="16145769">
          <a:off x="8644268" y="1731654"/>
          <a:ext cx="1410300" cy="119678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537594-F387-4DB0-8FF7-F30EF77AC210}">
      <dsp:nvSpPr>
        <dsp:cNvPr id="0" name=""/>
        <dsp:cNvSpPr/>
      </dsp:nvSpPr>
      <dsp:spPr>
        <a:xfrm>
          <a:off x="8830964" y="2158644"/>
          <a:ext cx="1852768" cy="10896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Process Safety confirms all documentation is correct</a:t>
          </a:r>
        </a:p>
      </dsp:txBody>
      <dsp:txXfrm>
        <a:off x="8862877" y="2190557"/>
        <a:ext cx="1788942" cy="1025774"/>
      </dsp:txXfrm>
    </dsp:sp>
    <dsp:sp modelId="{0DA85C74-A8FC-4883-ABD6-3C905F21C0A1}">
      <dsp:nvSpPr>
        <dsp:cNvPr id="0" name=""/>
        <dsp:cNvSpPr/>
      </dsp:nvSpPr>
      <dsp:spPr>
        <a:xfrm>
          <a:off x="8786463" y="884341"/>
          <a:ext cx="1897275" cy="80786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Process Safety Closes MOC</a:t>
          </a:r>
        </a:p>
      </dsp:txBody>
      <dsp:txXfrm>
        <a:off x="8810124" y="908002"/>
        <a:ext cx="1849953" cy="76053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bProcess4">
  <dgm:title val=""/>
  <dgm:desc val=""/>
  <dgm:catLst>
    <dgm:cat type="process" pri="1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  <dgm:pt modelId="7">
          <dgm:prSet phldr="1"/>
        </dgm:pt>
        <dgm:pt modelId="8">
          <dgm:prSet phldr="1"/>
        </dgm:pt>
        <dgm:pt modelId="9">
          <dgm:prSet phldr="1"/>
        </dgm:pt>
      </dgm:ptLst>
      <dgm:cxnLst>
        <dgm:cxn modelId="10" srcId="0" destId="1" srcOrd="0" destOrd="0"/>
        <dgm:cxn modelId="11" srcId="0" destId="2" srcOrd="1" destOrd="0"/>
        <dgm:cxn modelId="12" srcId="0" destId="3" srcOrd="2" destOrd="0"/>
        <dgm:cxn modelId="13" srcId="0" destId="4" srcOrd="3" destOrd="0"/>
        <dgm:cxn modelId="14" srcId="0" destId="5" srcOrd="4" destOrd="0"/>
        <dgm:cxn modelId="15" srcId="0" destId="6" srcOrd="5" destOrd="0"/>
        <dgm:cxn modelId="16" srcId="0" destId="7" srcOrd="6" destOrd="0"/>
        <dgm:cxn modelId="17" srcId="0" destId="8" srcOrd="7" destOrd="0"/>
        <dgm:cxn modelId="18" srcId="0" destId="9" srcOrd="8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/>
    </dgm:varLst>
    <dgm:choose name="Name1">
      <dgm:if name="Name2" func="var" arg="dir" op="equ" val="norm">
        <dgm:alg type="snake">
          <dgm:param type="grDir" val="tL"/>
          <dgm:param type="flowDir" val="col"/>
          <dgm:param type="contDir" val="revDir"/>
          <dgm:param type="bkpt" val="bal"/>
        </dgm:alg>
      </dgm:if>
      <dgm:else name="Name3">
        <dgm:alg type="snake">
          <dgm:param type="grDir" val="tR"/>
          <dgm:param type="flowDir" val="col"/>
          <dgm:param type="contDir" val="revDir"/>
          <dgm:param type="bkpt" val="bal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w" fact="0.6"/>
      <dgm:constr type="h" for="ch" forName="sibTrans" refType="h" refFor="ch" refForName="compNode" op="equ" fact="0.25"/>
      <dgm:constr type="sp" refType="w" fact="0.33"/>
      <dgm:constr type="primFontSz" for="des" forName="node" op="equ" val="65"/>
    </dgm:constrLst>
    <dgm:ruleLst/>
    <dgm:forEach name="nodes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axis="self" func="var" arg="dir" op="equ" val="norm">
            <dgm:constrLst>
              <dgm:constr type="l" for="ch" forName="dummyConnPt" refType="w" fact="0.2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if>
          <dgm:else name="Name6">
            <dgm:constrLst>
              <dgm:constr type="l" for="ch" forName="dummyConnPt" refType="w" fact="0.8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else>
        </dgm:choose>
        <dgm:ruleLst/>
        <dgm:layoutNode name="dummyConnPt" styleLbl="node1" moveWith="node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node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  <dgm:constr type="primFontSz" val="65"/>
          </dgm:constrLst>
          <dgm:ruleLst>
            <dgm:rule type="primFontSz" val="5" fact="NaN" max="NaN"/>
          </dgm:ruleLst>
        </dgm:layoutNode>
      </dgm:layoutNode>
      <dgm:forEach name="sibTransForEach" axis="followSib" cnt="1">
        <dgm:layoutNode name="sibTrans" styleLbl="bgSibTrans2D1">
          <dgm:choose name="Name7">
            <dgm:if name="Name8" axis="self" func="var" arg="dir" op="equ" val="norm">
              <dgm:alg type="conn">
                <dgm:param type="srcNode" val="dummyConnPt"/>
                <dgm:param type="dstNode" val="dummyConnPt"/>
                <dgm:param type="begPts" val="bCtr, midR, tCtr"/>
                <dgm:param type="endPts" val="tCtr, midL, bCtr"/>
                <dgm:param type="begSty" val="noArr"/>
                <dgm:param type="endSty" val="noArr"/>
              </dgm:alg>
            </dgm:if>
            <dgm:else name="Name9">
              <dgm:alg type="conn">
                <dgm:param type="srcNode" val="dummyConnPt"/>
                <dgm:param type="dstNode" val="dummyConnPt"/>
                <dgm:param type="begPts" val="bCtr, midL, tCtr"/>
                <dgm:param type="endPts" val="tCtr, midR, bCtr"/>
                <dgm:param type="begSty" val="noArr"/>
                <dgm:param type="endSty" val="noAr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/>
            <dgm:constr type="endPad"/>
          </dgm:constrLst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bProcess4">
  <dgm:title val=""/>
  <dgm:desc val=""/>
  <dgm:catLst>
    <dgm:cat type="process" pri="1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  <dgm:pt modelId="7">
          <dgm:prSet phldr="1"/>
        </dgm:pt>
        <dgm:pt modelId="8">
          <dgm:prSet phldr="1"/>
        </dgm:pt>
        <dgm:pt modelId="9">
          <dgm:prSet phldr="1"/>
        </dgm:pt>
      </dgm:ptLst>
      <dgm:cxnLst>
        <dgm:cxn modelId="10" srcId="0" destId="1" srcOrd="0" destOrd="0"/>
        <dgm:cxn modelId="11" srcId="0" destId="2" srcOrd="1" destOrd="0"/>
        <dgm:cxn modelId="12" srcId="0" destId="3" srcOrd="2" destOrd="0"/>
        <dgm:cxn modelId="13" srcId="0" destId="4" srcOrd="3" destOrd="0"/>
        <dgm:cxn modelId="14" srcId="0" destId="5" srcOrd="4" destOrd="0"/>
        <dgm:cxn modelId="15" srcId="0" destId="6" srcOrd="5" destOrd="0"/>
        <dgm:cxn modelId="16" srcId="0" destId="7" srcOrd="6" destOrd="0"/>
        <dgm:cxn modelId="17" srcId="0" destId="8" srcOrd="7" destOrd="0"/>
        <dgm:cxn modelId="18" srcId="0" destId="9" srcOrd="8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/>
    </dgm:varLst>
    <dgm:choose name="Name1">
      <dgm:if name="Name2" func="var" arg="dir" op="equ" val="norm">
        <dgm:alg type="snake">
          <dgm:param type="grDir" val="tL"/>
          <dgm:param type="flowDir" val="col"/>
          <dgm:param type="contDir" val="revDir"/>
          <dgm:param type="bkpt" val="bal"/>
        </dgm:alg>
      </dgm:if>
      <dgm:else name="Name3">
        <dgm:alg type="snake">
          <dgm:param type="grDir" val="tR"/>
          <dgm:param type="flowDir" val="col"/>
          <dgm:param type="contDir" val="revDir"/>
          <dgm:param type="bkpt" val="bal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w" fact="0.6"/>
      <dgm:constr type="h" for="ch" forName="sibTrans" refType="h" refFor="ch" refForName="compNode" op="equ" fact="0.25"/>
      <dgm:constr type="sp" refType="w" fact="0.33"/>
      <dgm:constr type="primFontSz" for="des" forName="node" op="equ" val="65"/>
    </dgm:constrLst>
    <dgm:ruleLst/>
    <dgm:forEach name="nodes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axis="self" func="var" arg="dir" op="equ" val="norm">
            <dgm:constrLst>
              <dgm:constr type="l" for="ch" forName="dummyConnPt" refType="w" fact="0.2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if>
          <dgm:else name="Name6">
            <dgm:constrLst>
              <dgm:constr type="l" for="ch" forName="dummyConnPt" refType="w" fact="0.8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else>
        </dgm:choose>
        <dgm:ruleLst/>
        <dgm:layoutNode name="dummyConnPt" styleLbl="node1" moveWith="node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node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  <dgm:constr type="primFontSz" val="65"/>
          </dgm:constrLst>
          <dgm:ruleLst>
            <dgm:rule type="primFontSz" val="5" fact="NaN" max="NaN"/>
          </dgm:ruleLst>
        </dgm:layoutNode>
      </dgm:layoutNode>
      <dgm:forEach name="sibTransForEach" axis="followSib" cnt="1">
        <dgm:layoutNode name="sibTrans" styleLbl="bgSibTrans2D1">
          <dgm:choose name="Name7">
            <dgm:if name="Name8" axis="self" func="var" arg="dir" op="equ" val="norm">
              <dgm:alg type="conn">
                <dgm:param type="srcNode" val="dummyConnPt"/>
                <dgm:param type="dstNode" val="dummyConnPt"/>
                <dgm:param type="begPts" val="bCtr, midR, tCtr"/>
                <dgm:param type="endPts" val="tCtr, midL, bCtr"/>
                <dgm:param type="begSty" val="noArr"/>
                <dgm:param type="endSty" val="noArr"/>
              </dgm:alg>
            </dgm:if>
            <dgm:else name="Name9">
              <dgm:alg type="conn">
                <dgm:param type="srcNode" val="dummyConnPt"/>
                <dgm:param type="dstNode" val="dummyConnPt"/>
                <dgm:param type="begPts" val="bCtr, midL, tCtr"/>
                <dgm:param type="endPts" val="tCtr, midR, bCtr"/>
                <dgm:param type="begSty" val="noArr"/>
                <dgm:param type="endSty" val="noAr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/>
            <dgm:constr type="endPad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F220FC-7DFB-4F82-A6A1-F27A0B71A0E0}" type="datetimeFigureOut">
              <a:rPr lang="en-US" smtClean="0"/>
              <a:t>6/3/2025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549060-2E09-463B-8B50-65B5BDB44F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34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logo&#10;&#10;Description automatically generated">
            <a:extLst>
              <a:ext uri="{FF2B5EF4-FFF2-40B4-BE49-F238E27FC236}">
                <a16:creationId xmlns:a16="http://schemas.microsoft.com/office/drawing/2014/main" id="{F6E462F6-6186-0C14-1084-7F07A8F8726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" t="12808" r="12991" b="8789"/>
          <a:stretch/>
        </p:blipFill>
        <p:spPr>
          <a:xfrm>
            <a:off x="4581055" y="0"/>
            <a:ext cx="7610945" cy="6858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272AFE4-CBBF-4FDD-8C13-05AFEBD35C62}"/>
              </a:ext>
            </a:extLst>
          </p:cNvPr>
          <p:cNvSpPr txBox="1"/>
          <p:nvPr userDrawn="1"/>
        </p:nvSpPr>
        <p:spPr>
          <a:xfrm>
            <a:off x="937544" y="6211380"/>
            <a:ext cx="4196643" cy="2848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933">
                <a:solidFill>
                  <a:srgbClr val="A7A9AA"/>
                </a:solidFill>
                <a:latin typeface="Open Sans"/>
                <a:cs typeface="Open Sans"/>
              </a:rPr>
              <a:t>™ Trademark of Vantage Specialty Chemicals or a subsidiary of Vantage </a:t>
            </a:r>
          </a:p>
        </p:txBody>
      </p:sp>
      <p:pic>
        <p:nvPicPr>
          <p:cNvPr id="10" name="Picture 9" descr="Text&#10;&#10;Description automatically generated">
            <a:extLst>
              <a:ext uri="{FF2B5EF4-FFF2-40B4-BE49-F238E27FC236}">
                <a16:creationId xmlns:a16="http://schemas.microsoft.com/office/drawing/2014/main" id="{545063E8-9CE2-3FDD-5905-F3DA810846A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96428" y="1189130"/>
            <a:ext cx="5508633" cy="3332723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1AACE2F-1F64-F7E1-9B1E-6AB7604170B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922427" y="6551547"/>
            <a:ext cx="646721" cy="14742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>
                <a:solidFill>
                  <a:srgbClr val="99CA3C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800">
                <a:solidFill>
                  <a:srgbClr val="B3EC44"/>
                </a:solidFill>
              </a:defRPr>
            </a:lvl2pPr>
            <a:lvl3pPr marL="914400" indent="0">
              <a:buNone/>
              <a:defRPr sz="800">
                <a:solidFill>
                  <a:srgbClr val="B3EC44"/>
                </a:solidFill>
              </a:defRPr>
            </a:lvl3pPr>
            <a:lvl4pPr marL="1371600" indent="0">
              <a:buNone/>
              <a:defRPr sz="800">
                <a:solidFill>
                  <a:srgbClr val="B3EC44"/>
                </a:solidFill>
              </a:defRPr>
            </a:lvl4pPr>
            <a:lvl5pPr marL="1828800" indent="0">
              <a:buNone/>
              <a:defRPr sz="800">
                <a:solidFill>
                  <a:srgbClr val="B3EC44"/>
                </a:solidFill>
              </a:defRPr>
            </a:lvl5pPr>
          </a:lstStyle>
          <a:p>
            <a:pPr lvl="0"/>
            <a:r>
              <a:rPr lang="en-US"/>
              <a:t>Deck Title</a:t>
            </a:r>
          </a:p>
        </p:txBody>
      </p:sp>
    </p:spTree>
    <p:extLst>
      <p:ext uri="{BB962C8B-B14F-4D97-AF65-F5344CB8AC3E}">
        <p14:creationId xmlns:p14="http://schemas.microsoft.com/office/powerpoint/2010/main" val="2852299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32ED8460-8E40-7C53-AF47-A7DE6ED4DF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6200000">
            <a:off x="5544882" y="210880"/>
            <a:ext cx="6857999" cy="6436241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BA6BC16E-3633-D456-0BB5-ADDF8D2DF7CF}"/>
              </a:ext>
            </a:extLst>
          </p:cNvPr>
          <p:cNvSpPr/>
          <p:nvPr userDrawn="1"/>
        </p:nvSpPr>
        <p:spPr>
          <a:xfrm>
            <a:off x="194364" y="0"/>
            <a:ext cx="6253267" cy="6858000"/>
          </a:xfrm>
          <a:prstGeom prst="rect">
            <a:avLst/>
          </a:prstGeom>
          <a:solidFill>
            <a:srgbClr val="0981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18" name="Picture 17" descr="A picture containing logo&#10;&#10;Description automatically generated">
            <a:extLst>
              <a:ext uri="{FF2B5EF4-FFF2-40B4-BE49-F238E27FC236}">
                <a16:creationId xmlns:a16="http://schemas.microsoft.com/office/drawing/2014/main" id="{A4AF3515-37D5-5CB3-FFA6-E67C00E96C3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567612" cy="6858000"/>
          </a:xfrm>
          <a:prstGeom prst="rect">
            <a:avLst/>
          </a:prstGeom>
        </p:spPr>
      </p:pic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AE47E27F-A475-D3DC-39D4-027BBCBBAFF3}"/>
              </a:ext>
            </a:extLst>
          </p:cNvPr>
          <p:cNvSpPr txBox="1">
            <a:spLocks/>
          </p:cNvSpPr>
          <p:nvPr userDrawn="1"/>
        </p:nvSpPr>
        <p:spPr>
          <a:xfrm>
            <a:off x="11634281" y="6488431"/>
            <a:ext cx="363355" cy="284822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b="0" i="0" kern="1200">
                <a:solidFill>
                  <a:schemeClr val="bg1"/>
                </a:solidFill>
                <a:latin typeface="Kohinoor Demi" panose="020000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0653DFC-DB65-4367-8F6B-925B08B297B8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0" name="Picture 19" descr="Logo&#10;&#10;Description automatically generated">
            <a:extLst>
              <a:ext uri="{FF2B5EF4-FFF2-40B4-BE49-F238E27FC236}">
                <a16:creationId xmlns:a16="http://schemas.microsoft.com/office/drawing/2014/main" id="{FD67FE56-17CE-8972-DB15-B8144A6B31A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223923" y="352391"/>
            <a:ext cx="1513076" cy="68978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62CFF31-282D-B995-74C8-4D6985D32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42607" y="1113183"/>
            <a:ext cx="4416011" cy="2213445"/>
          </a:xfrm>
          <a:prstGeom prst="rect">
            <a:avLst/>
          </a:prstGeom>
        </p:spPr>
        <p:txBody>
          <a:bodyPr anchor="b"/>
          <a:lstStyle>
            <a:lvl1pPr>
              <a:defRPr sz="2800" b="1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DA18E8-70EE-F6F0-089B-EF57DCD53D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42607" y="3531373"/>
            <a:ext cx="4416011" cy="180950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EE69651-5F87-D7E7-2985-EED62A007C56}"/>
              </a:ext>
            </a:extLst>
          </p:cNvPr>
          <p:cNvSpPr/>
          <p:nvPr userDrawn="1"/>
        </p:nvSpPr>
        <p:spPr>
          <a:xfrm flipV="1">
            <a:off x="1478694" y="5856050"/>
            <a:ext cx="1373904" cy="60959"/>
          </a:xfrm>
          <a:prstGeom prst="rect">
            <a:avLst/>
          </a:prstGeom>
          <a:solidFill>
            <a:srgbClr val="99C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195BD48-CD6C-CB8C-15DF-A9AC88A4A78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92099" y="6217868"/>
            <a:ext cx="2405062" cy="2143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1" i="0">
                <a:solidFill>
                  <a:srgbClr val="99CA3C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800">
                <a:solidFill>
                  <a:srgbClr val="B3EC44"/>
                </a:solidFill>
              </a:defRPr>
            </a:lvl2pPr>
            <a:lvl3pPr marL="914400" indent="0">
              <a:buNone/>
              <a:defRPr sz="800">
                <a:solidFill>
                  <a:srgbClr val="B3EC44"/>
                </a:solidFill>
              </a:defRPr>
            </a:lvl3pPr>
            <a:lvl4pPr marL="1371600" indent="0">
              <a:buNone/>
              <a:defRPr sz="800">
                <a:solidFill>
                  <a:srgbClr val="B3EC44"/>
                </a:solidFill>
              </a:defRPr>
            </a:lvl4pPr>
            <a:lvl5pPr marL="1828800" indent="0">
              <a:buNone/>
              <a:defRPr sz="800">
                <a:solidFill>
                  <a:srgbClr val="B3EC44"/>
                </a:solidFill>
              </a:defRPr>
            </a:lvl5pPr>
          </a:lstStyle>
          <a:p>
            <a:pPr lvl="0"/>
            <a:r>
              <a:rPr lang="en-US"/>
              <a:t>Deck Title 2023</a:t>
            </a:r>
          </a:p>
        </p:txBody>
      </p:sp>
    </p:spTree>
    <p:extLst>
      <p:ext uri="{BB962C8B-B14F-4D97-AF65-F5344CB8AC3E}">
        <p14:creationId xmlns:p14="http://schemas.microsoft.com/office/powerpoint/2010/main" val="2704974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93927-8644-6357-7F6C-54E4AD652D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918" y="325370"/>
            <a:ext cx="9546934" cy="718240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16B588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8078E5-BAF5-D381-FF53-01345D447D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0918" y="1278971"/>
            <a:ext cx="10670056" cy="5042315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Picture 6" descr="A picture containing logo&#10;&#10;Description automatically generated">
            <a:extLst>
              <a:ext uri="{FF2B5EF4-FFF2-40B4-BE49-F238E27FC236}">
                <a16:creationId xmlns:a16="http://schemas.microsoft.com/office/drawing/2014/main" id="{A1ED5BE9-6078-DDC4-E0F9-1C25372B2C0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997636" y="0"/>
            <a:ext cx="194365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B281031-F9B3-FF0C-E0D9-51955AA53C1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769657" y="355186"/>
            <a:ext cx="864624" cy="242821"/>
          </a:xfrm>
          <a:prstGeom prst="rect">
            <a:avLst/>
          </a:prstGeom>
        </p:spPr>
      </p:pic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3DC264BD-1F20-8EEB-FB25-4D069393AA4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922427" y="6551547"/>
            <a:ext cx="646721" cy="14742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>
                <a:solidFill>
                  <a:srgbClr val="99CA3C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800">
                <a:solidFill>
                  <a:srgbClr val="B3EC44"/>
                </a:solidFill>
              </a:defRPr>
            </a:lvl2pPr>
            <a:lvl3pPr marL="914400" indent="0">
              <a:buNone/>
              <a:defRPr sz="800">
                <a:solidFill>
                  <a:srgbClr val="B3EC44"/>
                </a:solidFill>
              </a:defRPr>
            </a:lvl3pPr>
            <a:lvl4pPr marL="1371600" indent="0">
              <a:buNone/>
              <a:defRPr sz="800">
                <a:solidFill>
                  <a:srgbClr val="B3EC44"/>
                </a:solidFill>
              </a:defRPr>
            </a:lvl4pPr>
            <a:lvl5pPr marL="1828800" indent="0">
              <a:buNone/>
              <a:defRPr sz="800">
                <a:solidFill>
                  <a:srgbClr val="B3EC44"/>
                </a:solidFill>
              </a:defRPr>
            </a:lvl5pPr>
          </a:lstStyle>
          <a:p>
            <a:pPr lvl="0"/>
            <a:r>
              <a:rPr lang="en-US"/>
              <a:t>Deck Title</a:t>
            </a:r>
          </a:p>
        </p:txBody>
      </p:sp>
    </p:spTree>
    <p:extLst>
      <p:ext uri="{BB962C8B-B14F-4D97-AF65-F5344CB8AC3E}">
        <p14:creationId xmlns:p14="http://schemas.microsoft.com/office/powerpoint/2010/main" val="20866836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logo&#10;&#10;Description automatically generated">
            <a:extLst>
              <a:ext uri="{FF2B5EF4-FFF2-40B4-BE49-F238E27FC236}">
                <a16:creationId xmlns:a16="http://schemas.microsoft.com/office/drawing/2014/main" id="{A1ED5BE9-6078-DDC4-E0F9-1C25372B2C0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997636" y="0"/>
            <a:ext cx="194365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B281031-F9B3-FF0C-E0D9-51955AA53C1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769657" y="355186"/>
            <a:ext cx="864624" cy="242821"/>
          </a:xfrm>
          <a:prstGeom prst="rect">
            <a:avLst/>
          </a:prstGeom>
        </p:spPr>
      </p:pic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72AC22F4-BD7D-63E2-217B-FD1499B45BD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922427" y="6551547"/>
            <a:ext cx="646721" cy="14742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>
                <a:solidFill>
                  <a:srgbClr val="99CA3C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800">
                <a:solidFill>
                  <a:srgbClr val="B3EC44"/>
                </a:solidFill>
              </a:defRPr>
            </a:lvl2pPr>
            <a:lvl3pPr marL="914400" indent="0">
              <a:buNone/>
              <a:defRPr sz="800">
                <a:solidFill>
                  <a:srgbClr val="B3EC44"/>
                </a:solidFill>
              </a:defRPr>
            </a:lvl3pPr>
            <a:lvl4pPr marL="1371600" indent="0">
              <a:buNone/>
              <a:defRPr sz="800">
                <a:solidFill>
                  <a:srgbClr val="B3EC44"/>
                </a:solidFill>
              </a:defRPr>
            </a:lvl4pPr>
            <a:lvl5pPr marL="1828800" indent="0">
              <a:buNone/>
              <a:defRPr sz="800">
                <a:solidFill>
                  <a:srgbClr val="B3EC44"/>
                </a:solidFill>
              </a:defRPr>
            </a:lvl5pPr>
          </a:lstStyle>
          <a:p>
            <a:pPr lvl="0"/>
            <a:r>
              <a:rPr lang="en-US"/>
              <a:t>Deck Title</a:t>
            </a:r>
          </a:p>
        </p:txBody>
      </p:sp>
    </p:spTree>
    <p:extLst>
      <p:ext uri="{BB962C8B-B14F-4D97-AF65-F5344CB8AC3E}">
        <p14:creationId xmlns:p14="http://schemas.microsoft.com/office/powerpoint/2010/main" val="30042085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93927-8644-6357-7F6C-54E4AD652D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918" y="325370"/>
            <a:ext cx="9546934" cy="718240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16B588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8078E5-BAF5-D381-FF53-01345D447D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0918" y="1278971"/>
            <a:ext cx="10670056" cy="5042315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B281031-F9B3-FF0C-E0D9-51955AA53C1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69657" y="355186"/>
            <a:ext cx="864624" cy="242821"/>
          </a:xfrm>
          <a:prstGeom prst="rect">
            <a:avLst/>
          </a:prstGeom>
        </p:spPr>
      </p:pic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936F875A-73FF-7942-EF5C-711558F1D11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922427" y="6551547"/>
            <a:ext cx="646721" cy="14742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>
                <a:solidFill>
                  <a:srgbClr val="99CA3C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800">
                <a:solidFill>
                  <a:srgbClr val="B3EC44"/>
                </a:solidFill>
              </a:defRPr>
            </a:lvl2pPr>
            <a:lvl3pPr marL="914400" indent="0">
              <a:buNone/>
              <a:defRPr sz="800">
                <a:solidFill>
                  <a:srgbClr val="B3EC44"/>
                </a:solidFill>
              </a:defRPr>
            </a:lvl3pPr>
            <a:lvl4pPr marL="1371600" indent="0">
              <a:buNone/>
              <a:defRPr sz="800">
                <a:solidFill>
                  <a:srgbClr val="B3EC44"/>
                </a:solidFill>
              </a:defRPr>
            </a:lvl4pPr>
            <a:lvl5pPr marL="1828800" indent="0">
              <a:buNone/>
              <a:defRPr sz="800">
                <a:solidFill>
                  <a:srgbClr val="B3EC44"/>
                </a:solidFill>
              </a:defRPr>
            </a:lvl5pPr>
          </a:lstStyle>
          <a:p>
            <a:pPr lvl="0"/>
            <a:r>
              <a:rPr lang="en-US"/>
              <a:t>Deck Title</a:t>
            </a:r>
          </a:p>
        </p:txBody>
      </p:sp>
    </p:spTree>
    <p:extLst>
      <p:ext uri="{BB962C8B-B14F-4D97-AF65-F5344CB8AC3E}">
        <p14:creationId xmlns:p14="http://schemas.microsoft.com/office/powerpoint/2010/main" val="29211853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93927-8644-6357-7F6C-54E4AD652D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918" y="325370"/>
            <a:ext cx="9546934" cy="718240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16B588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8078E5-BAF5-D381-FF53-01345D447D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0918" y="1278972"/>
            <a:ext cx="10670056" cy="2607228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Picture 6" descr="A picture containing logo&#10;&#10;Description automatically generated">
            <a:extLst>
              <a:ext uri="{FF2B5EF4-FFF2-40B4-BE49-F238E27FC236}">
                <a16:creationId xmlns:a16="http://schemas.microsoft.com/office/drawing/2014/main" id="{A1ED5BE9-6078-DDC4-E0F9-1C25372B2C0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997636" y="0"/>
            <a:ext cx="194365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B281031-F9B3-FF0C-E0D9-51955AA53C1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769657" y="355186"/>
            <a:ext cx="864624" cy="24282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5C44BEC-9597-2890-BD22-15E86FE744BE}"/>
              </a:ext>
            </a:extLst>
          </p:cNvPr>
          <p:cNvSpPr/>
          <p:nvPr userDrawn="1"/>
        </p:nvSpPr>
        <p:spPr>
          <a:xfrm>
            <a:off x="0" y="4121562"/>
            <a:ext cx="11997612" cy="228290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6C0C353-EB74-C991-72C2-8A94C423AB4D}"/>
              </a:ext>
            </a:extLst>
          </p:cNvPr>
          <p:cNvGrpSpPr/>
          <p:nvPr userDrawn="1"/>
        </p:nvGrpSpPr>
        <p:grpSpPr>
          <a:xfrm>
            <a:off x="4226303" y="4451615"/>
            <a:ext cx="3727939" cy="1441315"/>
            <a:chOff x="3171449" y="3886648"/>
            <a:chExt cx="2795954" cy="1815882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CF5E4075-59B3-4447-5401-682979708B7E}"/>
                </a:ext>
              </a:extLst>
            </p:cNvPr>
            <p:cNvCxnSpPr>
              <a:cxnSpLocks/>
            </p:cNvCxnSpPr>
            <p:nvPr/>
          </p:nvCxnSpPr>
          <p:spPr>
            <a:xfrm>
              <a:off x="3171449" y="3886648"/>
              <a:ext cx="0" cy="1815882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0D0660C-1C57-FDEE-9057-4F8C7C7AEBEA}"/>
                </a:ext>
              </a:extLst>
            </p:cNvPr>
            <p:cNvCxnSpPr>
              <a:cxnSpLocks/>
            </p:cNvCxnSpPr>
            <p:nvPr/>
          </p:nvCxnSpPr>
          <p:spPr>
            <a:xfrm>
              <a:off x="5967403" y="3886648"/>
              <a:ext cx="0" cy="1815882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468A3E71-2A8D-72BA-2197-65535AE0BCA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902029" y="5001062"/>
            <a:ext cx="2376488" cy="78581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b="0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200" b="0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200" b="0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200" b="0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 b="0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r>
              <a:rPr lang="en-US" sz="12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Lorem ipsum dolor sit </a:t>
            </a:r>
            <a:r>
              <a:rPr lang="en-US" sz="1200" err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amet</a:t>
            </a:r>
            <a:r>
              <a:rPr lang="en-US" sz="12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en-US" sz="1200" err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consectetuer</a:t>
            </a:r>
            <a:r>
              <a:rPr lang="en-US" sz="12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200" err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adipiscing</a:t>
            </a:r>
            <a:r>
              <a:rPr lang="en-US" sz="12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200" err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elit</a:t>
            </a:r>
            <a:br>
              <a:rPr lang="en-US" sz="12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n-US" sz="12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diam </a:t>
            </a:r>
            <a:r>
              <a:rPr lang="en-US" sz="1200" err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nonummy</a:t>
            </a:r>
            <a:endParaRPr lang="en-US" sz="120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3DF26317-5FDA-1C84-70FA-C3D345DF2A3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8131" y="5001062"/>
            <a:ext cx="2376488" cy="78581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b="0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200" b="0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200" b="0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200" b="0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 b="0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r>
              <a:rPr lang="en-US" sz="12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Lorem ipsum dolor sit </a:t>
            </a:r>
            <a:r>
              <a:rPr lang="en-US" sz="1200" err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amet</a:t>
            </a:r>
            <a:r>
              <a:rPr lang="en-US" sz="12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en-US" sz="1200" err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consectetuer</a:t>
            </a:r>
            <a:r>
              <a:rPr lang="en-US" sz="12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200" err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adipiscing</a:t>
            </a:r>
            <a:r>
              <a:rPr lang="en-US" sz="12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200" err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elit</a:t>
            </a:r>
            <a:br>
              <a:rPr lang="en-US" sz="12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n-US" sz="12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diam </a:t>
            </a:r>
            <a:r>
              <a:rPr lang="en-US" sz="1200" err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nonummy</a:t>
            </a:r>
            <a:endParaRPr lang="en-US" sz="120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5274139B-F7E1-7F8B-EA8E-C0F69DA4314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70743" y="4990164"/>
            <a:ext cx="2376488" cy="78581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b="0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200" b="0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200" b="0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200" b="0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 b="0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r>
              <a:rPr lang="en-US" sz="12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Lorem ipsum dolor sit </a:t>
            </a:r>
            <a:r>
              <a:rPr lang="en-US" sz="1200" err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amet</a:t>
            </a:r>
            <a:r>
              <a:rPr lang="en-US" sz="12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en-US" sz="1200" err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consectetuer</a:t>
            </a:r>
            <a:r>
              <a:rPr lang="en-US" sz="12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200" err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adipiscing</a:t>
            </a:r>
            <a:r>
              <a:rPr lang="en-US" sz="12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200" err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elit</a:t>
            </a:r>
            <a:br>
              <a:rPr lang="en-US" sz="12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n-US" sz="12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diam </a:t>
            </a:r>
            <a:r>
              <a:rPr lang="en-US" sz="1200" err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nonummy</a:t>
            </a:r>
            <a:endParaRPr lang="en-US" sz="120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C349317C-D00B-A3B5-17DA-9D1C2316309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65269" y="4452493"/>
            <a:ext cx="2462212" cy="4381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b="1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</a:defRPr>
            </a:lvl5pPr>
          </a:lstStyle>
          <a:p>
            <a:r>
              <a:rPr lang="en-US" sz="1600" b="1">
                <a:solidFill>
                  <a:schemeClr val="bg1"/>
                </a:solidFill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Lorem ipsum dolor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CD15ED70-16A8-42C8-310C-2CFDFF319F7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59167" y="4452493"/>
            <a:ext cx="2462212" cy="4381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b="1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</a:defRPr>
            </a:lvl5pPr>
          </a:lstStyle>
          <a:p>
            <a:r>
              <a:rPr lang="en-US" sz="1600" b="1">
                <a:solidFill>
                  <a:schemeClr val="bg1"/>
                </a:solidFill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Lorem ipsum dolor</a:t>
            </a:r>
          </a:p>
        </p:txBody>
      </p:sp>
      <p:sp>
        <p:nvSpPr>
          <p:cNvPr id="25" name="Text Placeholder 22">
            <a:extLst>
              <a:ext uri="{FF2B5EF4-FFF2-40B4-BE49-F238E27FC236}">
                <a16:creationId xmlns:a16="http://schemas.microsoft.com/office/drawing/2014/main" id="{57E33D4B-55EA-371F-9658-4ACE53F3FD3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712544" y="4451615"/>
            <a:ext cx="2462212" cy="4381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b="1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</a:defRPr>
            </a:lvl5pPr>
          </a:lstStyle>
          <a:p>
            <a:r>
              <a:rPr lang="en-US" sz="1600" b="1">
                <a:solidFill>
                  <a:schemeClr val="bg1"/>
                </a:solidFill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Lorem ipsum dolor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A7DB8EA4-ECAD-17A3-962A-5F9F86474C1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922427" y="6551547"/>
            <a:ext cx="646721" cy="14742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>
                <a:solidFill>
                  <a:srgbClr val="99CA3C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800">
                <a:solidFill>
                  <a:srgbClr val="B3EC44"/>
                </a:solidFill>
              </a:defRPr>
            </a:lvl2pPr>
            <a:lvl3pPr marL="914400" indent="0">
              <a:buNone/>
              <a:defRPr sz="800">
                <a:solidFill>
                  <a:srgbClr val="B3EC44"/>
                </a:solidFill>
              </a:defRPr>
            </a:lvl3pPr>
            <a:lvl4pPr marL="1371600" indent="0">
              <a:buNone/>
              <a:defRPr sz="800">
                <a:solidFill>
                  <a:srgbClr val="B3EC44"/>
                </a:solidFill>
              </a:defRPr>
            </a:lvl4pPr>
            <a:lvl5pPr marL="1828800" indent="0">
              <a:buNone/>
              <a:defRPr sz="800">
                <a:solidFill>
                  <a:srgbClr val="B3EC44"/>
                </a:solidFill>
              </a:defRPr>
            </a:lvl5pPr>
          </a:lstStyle>
          <a:p>
            <a:pPr lvl="0"/>
            <a:r>
              <a:rPr lang="en-US"/>
              <a:t>Deck Title</a:t>
            </a:r>
          </a:p>
        </p:txBody>
      </p:sp>
    </p:spTree>
    <p:extLst>
      <p:ext uri="{BB962C8B-B14F-4D97-AF65-F5344CB8AC3E}">
        <p14:creationId xmlns:p14="http://schemas.microsoft.com/office/powerpoint/2010/main" val="2719819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078D10E-0D77-4D00-BA29-0D87D71E1DF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70213" y="0"/>
            <a:ext cx="12262213" cy="6858001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ADAB597-1E0F-BF75-950B-81FF43065E0B}"/>
              </a:ext>
            </a:extLst>
          </p:cNvPr>
          <p:cNvSpPr/>
          <p:nvPr userDrawn="1"/>
        </p:nvSpPr>
        <p:spPr>
          <a:xfrm>
            <a:off x="-70213" y="3549870"/>
            <a:ext cx="12262213" cy="3306759"/>
          </a:xfrm>
          <a:prstGeom prst="rect">
            <a:avLst/>
          </a:prstGeom>
          <a:solidFill>
            <a:srgbClr val="16B5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64FC1AE-73EE-29C7-0140-BBB873152748}"/>
              </a:ext>
            </a:extLst>
          </p:cNvPr>
          <p:cNvSpPr/>
          <p:nvPr userDrawn="1"/>
        </p:nvSpPr>
        <p:spPr>
          <a:xfrm>
            <a:off x="3118401" y="2678998"/>
            <a:ext cx="5884984" cy="191485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73D751D-13D6-C5E0-E2F6-11EFED9CC780}"/>
              </a:ext>
            </a:extLst>
          </p:cNvPr>
          <p:cNvSpPr/>
          <p:nvPr userDrawn="1"/>
        </p:nvSpPr>
        <p:spPr>
          <a:xfrm>
            <a:off x="8616461" y="3551242"/>
            <a:ext cx="3593007" cy="17036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0A79A37-AEFB-E5E4-D49D-CEFE1C63B03F}"/>
              </a:ext>
            </a:extLst>
          </p:cNvPr>
          <p:cNvSpPr/>
          <p:nvPr userDrawn="1"/>
        </p:nvSpPr>
        <p:spPr>
          <a:xfrm>
            <a:off x="-70213" y="3496914"/>
            <a:ext cx="3593007" cy="17036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24444119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355062F6-A511-A374-D4F9-7F7946B8071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70211" y="-1371"/>
            <a:ext cx="12262211" cy="685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ADAB597-1E0F-BF75-950B-81FF43065E0B}"/>
              </a:ext>
            </a:extLst>
          </p:cNvPr>
          <p:cNvSpPr/>
          <p:nvPr userDrawn="1"/>
        </p:nvSpPr>
        <p:spPr>
          <a:xfrm>
            <a:off x="-70213" y="3549870"/>
            <a:ext cx="12262213" cy="3306759"/>
          </a:xfrm>
          <a:prstGeom prst="rect">
            <a:avLst/>
          </a:prstGeom>
          <a:solidFill>
            <a:srgbClr val="16B5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64FC1AE-73EE-29C7-0140-BBB873152748}"/>
              </a:ext>
            </a:extLst>
          </p:cNvPr>
          <p:cNvSpPr/>
          <p:nvPr userDrawn="1"/>
        </p:nvSpPr>
        <p:spPr>
          <a:xfrm>
            <a:off x="3118401" y="2678998"/>
            <a:ext cx="5884984" cy="191485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73D751D-13D6-C5E0-E2F6-11EFED9CC780}"/>
              </a:ext>
            </a:extLst>
          </p:cNvPr>
          <p:cNvSpPr/>
          <p:nvPr userDrawn="1"/>
        </p:nvSpPr>
        <p:spPr>
          <a:xfrm>
            <a:off x="8616461" y="3551242"/>
            <a:ext cx="3593007" cy="17036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0A79A37-AEFB-E5E4-D49D-CEFE1C63B03F}"/>
              </a:ext>
            </a:extLst>
          </p:cNvPr>
          <p:cNvSpPr/>
          <p:nvPr userDrawn="1"/>
        </p:nvSpPr>
        <p:spPr>
          <a:xfrm>
            <a:off x="-70213" y="3496914"/>
            <a:ext cx="3593007" cy="17036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871254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92765A93-59E6-56C0-C7F4-FCBB8C6CBEC3}"/>
              </a:ext>
            </a:extLst>
          </p:cNvPr>
          <p:cNvSpPr txBox="1">
            <a:spLocks/>
          </p:cNvSpPr>
          <p:nvPr userDrawn="1"/>
        </p:nvSpPr>
        <p:spPr>
          <a:xfrm>
            <a:off x="11634281" y="6488431"/>
            <a:ext cx="363355" cy="284822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b="0" i="0" kern="1200">
                <a:solidFill>
                  <a:srgbClr val="189F78"/>
                </a:solidFill>
                <a:latin typeface="Kohinoor Demi" panose="020000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0653DFC-DB65-4367-8F6B-925B08B297B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552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file:///\\USGURFS002\Data\Procedures\SAFETY%20&amp;%20ENVIRONMENTAL%20MANUAL\Process%20Safety%20Management%20%20Files\Gurnee%20PSM%20Manual\L_Management%20of%20Change\" TargetMode="Externa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file:///\\USGURFS002\Data\Procedures\SAFETY%20&amp;%20ENVIRONMENTAL%20MANUAL\Process%20Safety%20Management%20%20Files\Gurnee%20PSM%20Manual\L_Management%20of%20Change\02)%20Management%20of%20Change-%20MOC\01)%20Initiate%20MOC\VPM%20MOC%20Hazard%20Assessment%20form.docx" TargetMode="Externa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file:///\\USGURFS002\Data\Procedures\SAFETY%20&amp;%20ENVIRONMENTAL%20MANUAL\Process%20Safety%20Management%20%20Files\Gurnee%20PSM%20Manual\I_Pre-Startup%20Safety%20Review\" TargetMode="Externa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C2706-1F60-D699-F429-54E8F8A9C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MOC Training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C89941-8F04-19F4-45BA-6DB911F2E9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Karen Hitchcock</a:t>
            </a:r>
          </a:p>
          <a:p>
            <a:r>
              <a:rPr lang="en-US" dirty="0"/>
              <a:t>July 2025</a:t>
            </a:r>
          </a:p>
        </p:txBody>
      </p:sp>
    </p:spTree>
    <p:extLst>
      <p:ext uri="{BB962C8B-B14F-4D97-AF65-F5344CB8AC3E}">
        <p14:creationId xmlns:p14="http://schemas.microsoft.com/office/powerpoint/2010/main" val="38838628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E728A-0723-C867-A5E0-26A0AFB65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MOC – Management Of Change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4D7D42-CF57-D415-E901-8D7D1207ED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When do we need a MOC?</a:t>
            </a:r>
          </a:p>
          <a:p>
            <a:pPr lvl="1"/>
            <a:r>
              <a:rPr lang="en-US" sz="2000" dirty="0"/>
              <a:t>Making a change that is not replacement in kind (Not like for like)</a:t>
            </a:r>
          </a:p>
          <a:p>
            <a:endParaRPr lang="en-US" sz="2000" dirty="0"/>
          </a:p>
          <a:p>
            <a:r>
              <a:rPr lang="en-US" sz="2000" dirty="0"/>
              <a:t>Where is the procedure &amp; forms?</a:t>
            </a:r>
          </a:p>
          <a:p>
            <a:pPr lvl="1"/>
            <a:r>
              <a:rPr lang="en-US" sz="2000" dirty="0">
                <a:hlinkClick r:id="rId2" action="ppaction://hlinkfile"/>
              </a:rPr>
              <a:t>\\USGURFS002\Data\Procedures\SAFETY &amp; ENVIRONMENTAL MANUAL\Process Safety Management  Files\Gurnee PSM Manual\</a:t>
            </a:r>
            <a:r>
              <a:rPr lang="en-US" sz="2000" dirty="0" err="1">
                <a:hlinkClick r:id="rId2" action="ppaction://hlinkfile"/>
              </a:rPr>
              <a:t>L_Management</a:t>
            </a:r>
            <a:r>
              <a:rPr lang="en-US" sz="2000" dirty="0">
                <a:hlinkClick r:id="rId2" action="ppaction://hlinkfile"/>
              </a:rPr>
              <a:t> of Change\02) Management of Change- MOC\</a:t>
            </a:r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Which form do I use?</a:t>
            </a:r>
          </a:p>
          <a:p>
            <a:pPr lvl="1"/>
            <a:r>
              <a:rPr lang="en-US" sz="2000" dirty="0"/>
              <a:t>Safety System Impairment</a:t>
            </a:r>
          </a:p>
          <a:p>
            <a:pPr lvl="1"/>
            <a:r>
              <a:rPr lang="en-US" sz="2000" dirty="0"/>
              <a:t>MOC</a:t>
            </a:r>
          </a:p>
          <a:p>
            <a:pPr lvl="1"/>
            <a:r>
              <a:rPr lang="en-US" sz="2000" dirty="0"/>
              <a:t>Management of Personal and Organization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B52763-721C-35DE-301E-1958D04AA19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7392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D3B233-2851-E0E4-D4E1-DE9FC98CC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B5718-407F-46A3-831D-D387DC7E8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918" y="330470"/>
            <a:ext cx="9546934" cy="718240"/>
          </a:xfrm>
        </p:spPr>
        <p:txBody>
          <a:bodyPr/>
          <a:lstStyle/>
          <a:p>
            <a:r>
              <a:rPr lang="en-US" dirty="0"/>
              <a:t>MOC – Types &amp; Levels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FA8AC6-738D-A8F3-1CFB-B14EB8AF3B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/>
              <a:t>There are different Types &amp; Levels of MOC’s:</a:t>
            </a:r>
          </a:p>
          <a:p>
            <a:r>
              <a:rPr lang="en-US" sz="2000" dirty="0"/>
              <a:t>Type:</a:t>
            </a:r>
          </a:p>
          <a:p>
            <a:pPr lvl="1"/>
            <a:r>
              <a:rPr lang="en-US" sz="2000" dirty="0"/>
              <a:t>Permanent</a:t>
            </a:r>
          </a:p>
          <a:p>
            <a:pPr lvl="1"/>
            <a:r>
              <a:rPr lang="en-US" sz="2000" dirty="0"/>
              <a:t>Temporary – needs an expiration date</a:t>
            </a:r>
          </a:p>
          <a:p>
            <a:pPr lvl="1"/>
            <a:r>
              <a:rPr lang="en-US" sz="2000" dirty="0"/>
              <a:t>Impairment – use Safety System Impairment Form</a:t>
            </a:r>
          </a:p>
          <a:p>
            <a:endParaRPr lang="en-US" sz="2000" dirty="0"/>
          </a:p>
          <a:p>
            <a:r>
              <a:rPr lang="en-US" sz="2000" dirty="0"/>
              <a:t>Levels:  Complete </a:t>
            </a:r>
            <a:r>
              <a:rPr lang="en-US" sz="2000" dirty="0">
                <a:hlinkClick r:id="rId2" action="ppaction://hlinkfile"/>
              </a:rPr>
              <a:t>MOC Hazard Assessment </a:t>
            </a:r>
            <a:r>
              <a:rPr lang="en-US" sz="2000" dirty="0"/>
              <a:t>to determine level</a:t>
            </a:r>
          </a:p>
          <a:p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lvl="1"/>
            <a:r>
              <a:rPr lang="en-US" sz="2000" dirty="0"/>
              <a:t>Level 1 uses Level 1 form</a:t>
            </a:r>
          </a:p>
          <a:p>
            <a:pPr lvl="1"/>
            <a:r>
              <a:rPr lang="en-US" sz="2000" dirty="0"/>
              <a:t>Level 2, 3, &amp; 4 uses Level 2 form</a:t>
            </a:r>
          </a:p>
          <a:p>
            <a:pPr lvl="1"/>
            <a:r>
              <a:rPr lang="en-US" sz="2000" dirty="0"/>
              <a:t>Level 3 MOC’s require a What If… Process Hazard Analysis to be completed.</a:t>
            </a:r>
          </a:p>
          <a:p>
            <a:pPr lvl="1"/>
            <a:r>
              <a:rPr lang="en-US" sz="2000" dirty="0"/>
              <a:t>Level 4 MOC’s require a </a:t>
            </a:r>
            <a:r>
              <a:rPr lang="en-US" sz="2000" dirty="0" err="1"/>
              <a:t>Hazop</a:t>
            </a:r>
            <a:r>
              <a:rPr lang="en-US" sz="2000" dirty="0"/>
              <a:t> Process Hazard Analysis to be completed.</a:t>
            </a:r>
          </a:p>
          <a:p>
            <a:endParaRPr lang="en-US" sz="20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B7499D-A646-BBA6-93F4-211CE3638B3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984CB94-0E25-EE12-1D27-E30C7CFCCD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0270088"/>
              </p:ext>
            </p:extLst>
          </p:nvPr>
        </p:nvGraphicFramePr>
        <p:xfrm>
          <a:off x="1500189" y="3886206"/>
          <a:ext cx="7976552" cy="115497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4096">
                  <a:extLst>
                    <a:ext uri="{9D8B030D-6E8A-4147-A177-3AD203B41FA5}">
                      <a16:colId xmlns:a16="http://schemas.microsoft.com/office/drawing/2014/main" val="1254567068"/>
                    </a:ext>
                  </a:extLst>
                </a:gridCol>
                <a:gridCol w="2746125">
                  <a:extLst>
                    <a:ext uri="{9D8B030D-6E8A-4147-A177-3AD203B41FA5}">
                      <a16:colId xmlns:a16="http://schemas.microsoft.com/office/drawing/2014/main" val="3742510143"/>
                    </a:ext>
                  </a:extLst>
                </a:gridCol>
                <a:gridCol w="2486331">
                  <a:extLst>
                    <a:ext uri="{9D8B030D-6E8A-4147-A177-3AD203B41FA5}">
                      <a16:colId xmlns:a16="http://schemas.microsoft.com/office/drawing/2014/main" val="3644148515"/>
                    </a:ext>
                  </a:extLst>
                </a:gridCol>
              </a:tblGrid>
              <a:tr h="38499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800" b="1" dirty="0">
                          <a:effectLst/>
                        </a:rPr>
                        <a:t>CHANGE RISK LEVEL</a:t>
                      </a:r>
                      <a:endParaRPr lang="en-US" sz="18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7945" marR="67945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800" b="1">
                          <a:effectLst/>
                        </a:rPr>
                        <a:t>LOW Significance</a:t>
                      </a:r>
                      <a:endParaRPr lang="en-US" sz="18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7945" marR="67945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800" b="1" dirty="0">
                          <a:effectLst/>
                        </a:rPr>
                        <a:t>HIGH Significance</a:t>
                      </a:r>
                      <a:endParaRPr lang="en-US" sz="18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7945" marR="67945" marT="0" marB="0" anchor="ctr"/>
                </a:tc>
                <a:extLst>
                  <a:ext uri="{0D108BD9-81ED-4DB2-BD59-A6C34878D82A}">
                    <a16:rowId xmlns:a16="http://schemas.microsoft.com/office/drawing/2014/main" val="177903632"/>
                  </a:ext>
                </a:extLst>
              </a:tr>
              <a:tr h="38499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800" b="1" dirty="0">
                          <a:effectLst/>
                        </a:rPr>
                        <a:t>LOW Degree of Hazard</a:t>
                      </a:r>
                      <a:endParaRPr lang="en-US" sz="18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7945" marR="67945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800">
                          <a:effectLst/>
                        </a:rPr>
                        <a:t>LEVEL 1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7945" marR="67945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800">
                          <a:effectLst/>
                        </a:rPr>
                        <a:t>LEVEL 2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7945" marR="67945" marT="0" marB="0" anchor="ctr"/>
                </a:tc>
                <a:extLst>
                  <a:ext uri="{0D108BD9-81ED-4DB2-BD59-A6C34878D82A}">
                    <a16:rowId xmlns:a16="http://schemas.microsoft.com/office/drawing/2014/main" val="2058835294"/>
                  </a:ext>
                </a:extLst>
              </a:tr>
              <a:tr h="38499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800" b="1" dirty="0">
                          <a:effectLst/>
                        </a:rPr>
                        <a:t>HIGH Degree of Hazard</a:t>
                      </a:r>
                      <a:endParaRPr lang="en-US" sz="18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7945" marR="67945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800">
                          <a:effectLst/>
                        </a:rPr>
                        <a:t>LEVEL 3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7945" marR="67945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800" dirty="0">
                          <a:effectLst/>
                        </a:rPr>
                        <a:t>LEVEL 4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7945" marR="67945" marT="0" marB="0" anchor="ctr"/>
                </a:tc>
                <a:extLst>
                  <a:ext uri="{0D108BD9-81ED-4DB2-BD59-A6C34878D82A}">
                    <a16:rowId xmlns:a16="http://schemas.microsoft.com/office/drawing/2014/main" val="454066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327412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277F3-F9CE-168D-F155-4CE5A304C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Level 1 Flow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69D441E2-8093-120E-3924-6A401706EB1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85713670"/>
              </p:ext>
            </p:extLst>
          </p:nvPr>
        </p:nvGraphicFramePr>
        <p:xfrm>
          <a:off x="601663" y="1279525"/>
          <a:ext cx="10669587" cy="50419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51E67E-1C52-6D32-BAFE-0EF1BD79D5F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5351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F99F26-6302-E5B9-CFA2-D35A74652F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C619D5-8739-2C47-8B5A-9F80042AE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Level 2 Flow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1136590C-C3FA-2600-4A80-8B96951B0CD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62977229"/>
              </p:ext>
            </p:extLst>
          </p:nvPr>
        </p:nvGraphicFramePr>
        <p:xfrm>
          <a:off x="496094" y="325370"/>
          <a:ext cx="11276806" cy="63736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D8B402-030E-97B8-5723-BFA21703F8D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670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0DFC3-DCFD-450D-2746-F560E1155F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PSSR – Pre-Startup Safety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82CF56-B3CC-D26A-B0BB-FD9DA1F0F3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If new equipment is being installed, a PSSR is required.</a:t>
            </a:r>
          </a:p>
          <a:p>
            <a:endParaRPr lang="en-US" sz="2000" dirty="0"/>
          </a:p>
          <a:p>
            <a:r>
              <a:rPr lang="en-US" sz="2000" dirty="0"/>
              <a:t>Where is the PSSR procedure &amp; forms?</a:t>
            </a:r>
          </a:p>
          <a:p>
            <a:pPr lvl="1"/>
            <a:r>
              <a:rPr lang="en-US" sz="2000" dirty="0">
                <a:hlinkClick r:id="rId2" action="ppaction://hlinkfile"/>
              </a:rPr>
              <a:t>\\USGURFS002\Data\Procedures\SAFETY &amp; ENVIRONMENTAL MANUAL\Process Safety Management  Files\Gurnee PSM Manual\</a:t>
            </a:r>
            <a:r>
              <a:rPr lang="en-US" sz="2000" dirty="0" err="1">
                <a:hlinkClick r:id="rId2" action="ppaction://hlinkfile"/>
              </a:rPr>
              <a:t>I_Pre</a:t>
            </a:r>
            <a:r>
              <a:rPr lang="en-US" sz="2000" dirty="0">
                <a:hlinkClick r:id="rId2" action="ppaction://hlinkfile"/>
              </a:rPr>
              <a:t>-Startup Safety Review\</a:t>
            </a:r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Level 1 PSSR – simple equipment modifications (1 page)</a:t>
            </a:r>
          </a:p>
          <a:p>
            <a:r>
              <a:rPr lang="en-US" sz="2000" dirty="0"/>
              <a:t>Level 2 PSSR – more involved equipment changes (21 pages)</a:t>
            </a:r>
          </a:p>
          <a:p>
            <a:r>
              <a:rPr lang="en-US" sz="2000" dirty="0"/>
              <a:t>Punchlist Template – to track actions from PSSR</a:t>
            </a:r>
          </a:p>
          <a:p>
            <a:endParaRPr lang="en-US" sz="20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04F14B-DF07-35CC-4336-7CB6DDEEC63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1023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3D752B-EA13-432A-98B3-D3C80C9E52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F1FBF-68EF-D527-084A-29D1E1B2E9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PSSR Actions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97F9DE-DE4C-11C2-B457-9901A73A48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/>
              <a:t>Punchlist Template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A = Required to be completed prior to </a:t>
            </a:r>
            <a:r>
              <a:rPr lang="en-US" sz="2000" dirty="0" err="1"/>
              <a:t>reinventorying</a:t>
            </a:r>
            <a:r>
              <a:rPr lang="en-US" sz="2000" dirty="0"/>
              <a:t> of hazards chemicals</a:t>
            </a:r>
          </a:p>
          <a:p>
            <a:pPr marL="0" indent="0">
              <a:buNone/>
            </a:pPr>
            <a:r>
              <a:rPr lang="en-US" sz="2000" dirty="0"/>
              <a:t>B = Required during hot commissioning</a:t>
            </a:r>
          </a:p>
          <a:p>
            <a:pPr marL="0" indent="0">
              <a:buNone/>
            </a:pPr>
            <a:r>
              <a:rPr lang="en-US" sz="2000" dirty="0"/>
              <a:t>C = To be completed after start-up / prior to MOC closure</a:t>
            </a:r>
          </a:p>
          <a:p>
            <a:pPr marL="0" indent="0">
              <a:buNone/>
            </a:pPr>
            <a:endParaRPr lang="en-US" sz="2000" dirty="0"/>
          </a:p>
          <a:p>
            <a:endParaRPr lang="en-US" sz="20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94018A-4420-BB04-CF0C-55272816FA1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696C14D-284E-F946-88D4-5D8178B1A1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026" y="1768910"/>
            <a:ext cx="8716591" cy="1838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69879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A1602F-C2F0-F570-33DB-564A73B157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60353-D702-6860-8376-32A1FF27E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Forms – Staged Commissioning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BA0DA4-A03C-91C2-1657-3F91F004570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69CCAF5-23E6-2565-4241-156781BB61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2756" y="1061707"/>
            <a:ext cx="8251328" cy="5489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5766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5F12AA-6D79-9E6F-BEBB-7E9EBE33EF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B9FD4-731D-690C-9FB8-AB2917223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Forms – MOC Change Notification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15319E-F77E-05C6-9D5A-C99B57BCA04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EDE64E-AA72-B52A-BEA9-6D38B87FBB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1043609"/>
            <a:ext cx="5566546" cy="417054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344302C-370A-05E7-039D-202D526B03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9446" y="3049752"/>
            <a:ext cx="5849166" cy="3124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12589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A690A3-39C1-EAB5-353F-0228B14A19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7264A-8AC8-CA42-7B65-23461E0E9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Forms – Addendum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0DAC09-37FF-8B8D-14F0-72CCB9495DD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298E82D-3F1D-5A5D-7C84-43D1771CCC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2305" y="1043610"/>
            <a:ext cx="8747389" cy="5289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719538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werpoint_Temp_2023_02_final" id="{FEB24779-4D51-4FB4-9035-AAB1CBC40345}" vid="{EF9CAE23-DE36-4161-86C0-53D2E58F318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505</TotalTime>
  <Words>590</Words>
  <Application>Microsoft Office PowerPoint</Application>
  <PresentationFormat>Widescreen</PresentationFormat>
  <Paragraphs>83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Aptos</vt:lpstr>
      <vt:lpstr>Arial</vt:lpstr>
      <vt:lpstr>Kohinoor Demi</vt:lpstr>
      <vt:lpstr>Open Sans</vt:lpstr>
      <vt:lpstr>Open Sans Extrabold</vt:lpstr>
      <vt:lpstr>Times New Roman</vt:lpstr>
      <vt:lpstr>Custom Design</vt:lpstr>
      <vt:lpstr>MOC Training</vt:lpstr>
      <vt:lpstr>MOC – Management Of Change</vt:lpstr>
      <vt:lpstr>MOC – Types &amp; Levels</vt:lpstr>
      <vt:lpstr>Level 1 Flow</vt:lpstr>
      <vt:lpstr>Level 2 Flow</vt:lpstr>
      <vt:lpstr>PSSR – Pre-Startup Safety Review</vt:lpstr>
      <vt:lpstr>PSSR Actions</vt:lpstr>
      <vt:lpstr>Other Forms – Staged Commissioning</vt:lpstr>
      <vt:lpstr>Other Forms – MOC Change Notification</vt:lpstr>
      <vt:lpstr>Other Forms – Addendum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Elaine Harmon</dc:creator>
  <cp:lastModifiedBy>Karen Hitchcock</cp:lastModifiedBy>
  <cp:revision>5</cp:revision>
  <dcterms:created xsi:type="dcterms:W3CDTF">2024-06-17T15:30:02Z</dcterms:created>
  <dcterms:modified xsi:type="dcterms:W3CDTF">2025-06-03T17:18:55Z</dcterms:modified>
</cp:coreProperties>
</file>